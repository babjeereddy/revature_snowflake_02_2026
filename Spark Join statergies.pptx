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namreddybabjee@outlook.com" userId="3e261792aa522278" providerId="LiveId" clId="{C82C169B-91D4-4DE2-96E1-49DC2E564532}"/>
    <pc:docChg chg="undo custSel addSld delSld modSld">
      <pc:chgData name="ponnamreddybabjee@outlook.com" userId="3e261792aa522278" providerId="LiveId" clId="{C82C169B-91D4-4DE2-96E1-49DC2E564532}" dt="2026-02-24T10:08:19.145" v="442" actId="20577"/>
      <pc:docMkLst>
        <pc:docMk/>
      </pc:docMkLst>
      <pc:sldChg chg="modSp mod">
        <pc:chgData name="ponnamreddybabjee@outlook.com" userId="3e261792aa522278" providerId="LiveId" clId="{C82C169B-91D4-4DE2-96E1-49DC2E564532}" dt="2026-02-24T06:35:24.870" v="252" actId="313"/>
        <pc:sldMkLst>
          <pc:docMk/>
          <pc:sldMk cId="1054654688" sldId="256"/>
        </pc:sldMkLst>
        <pc:spChg chg="mod">
          <ac:chgData name="ponnamreddybabjee@outlook.com" userId="3e261792aa522278" providerId="LiveId" clId="{C82C169B-91D4-4DE2-96E1-49DC2E564532}" dt="2026-02-24T06:35:24.870" v="252" actId="313"/>
          <ac:spMkLst>
            <pc:docMk/>
            <pc:sldMk cId="1054654688" sldId="256"/>
            <ac:spMk id="2" creationId="{4BD11F36-BBC3-60FC-3C53-7CBAE986A68A}"/>
          </ac:spMkLst>
        </pc:spChg>
      </pc:sldChg>
      <pc:sldChg chg="addSp modSp mod">
        <pc:chgData name="ponnamreddybabjee@outlook.com" userId="3e261792aa522278" providerId="LiveId" clId="{C82C169B-91D4-4DE2-96E1-49DC2E564532}" dt="2026-02-24T07:22:55.227" v="263" actId="14100"/>
        <pc:sldMkLst>
          <pc:docMk/>
          <pc:sldMk cId="3173642613" sldId="262"/>
        </pc:sldMkLst>
        <pc:spChg chg="add mod">
          <ac:chgData name="ponnamreddybabjee@outlook.com" userId="3e261792aa522278" providerId="LiveId" clId="{C82C169B-91D4-4DE2-96E1-49DC2E564532}" dt="2026-02-24T07:19:57.973" v="257" actId="1076"/>
          <ac:spMkLst>
            <pc:docMk/>
            <pc:sldMk cId="3173642613" sldId="262"/>
            <ac:spMk id="6" creationId="{8EA0D0BC-D852-E45B-7860-3A11FC1E18E2}"/>
          </ac:spMkLst>
        </pc:spChg>
        <pc:spChg chg="mod">
          <ac:chgData name="ponnamreddybabjee@outlook.com" userId="3e261792aa522278" providerId="LiveId" clId="{C82C169B-91D4-4DE2-96E1-49DC2E564532}" dt="2026-02-24T05:26:41.835" v="23" actId="14100"/>
          <ac:spMkLst>
            <pc:docMk/>
            <pc:sldMk cId="3173642613" sldId="262"/>
            <ac:spMk id="10" creationId="{535424E1-4645-9D3E-8AD2-A2EF8B8AD530}"/>
          </ac:spMkLst>
        </pc:spChg>
        <pc:graphicFrameChg chg="add mod modGraphic">
          <ac:chgData name="ponnamreddybabjee@outlook.com" userId="3e261792aa522278" providerId="LiveId" clId="{C82C169B-91D4-4DE2-96E1-49DC2E564532}" dt="2026-02-24T05:27:32.723" v="32" actId="14100"/>
          <ac:graphicFrameMkLst>
            <pc:docMk/>
            <pc:sldMk cId="3173642613" sldId="262"/>
            <ac:graphicFrameMk id="2" creationId="{0F01BEF1-9877-14E5-6C77-C887147A7581}"/>
          </ac:graphicFrameMkLst>
        </pc:graphicFrameChg>
        <pc:graphicFrameChg chg="mod modGraphic">
          <ac:chgData name="ponnamreddybabjee@outlook.com" userId="3e261792aa522278" providerId="LiveId" clId="{C82C169B-91D4-4DE2-96E1-49DC2E564532}" dt="2026-02-24T05:27:26.946" v="31" actId="14100"/>
          <ac:graphicFrameMkLst>
            <pc:docMk/>
            <pc:sldMk cId="3173642613" sldId="262"/>
            <ac:graphicFrameMk id="3" creationId="{EA81373D-3C25-7110-F71E-EBCACB8C8727}"/>
          </ac:graphicFrameMkLst>
        </pc:graphicFrameChg>
        <pc:picChg chg="add mod">
          <ac:chgData name="ponnamreddybabjee@outlook.com" userId="3e261792aa522278" providerId="LiveId" clId="{C82C169B-91D4-4DE2-96E1-49DC2E564532}" dt="2026-02-24T07:22:55.227" v="263" actId="14100"/>
          <ac:picMkLst>
            <pc:docMk/>
            <pc:sldMk cId="3173642613" sldId="262"/>
            <ac:picMk id="4" creationId="{084A5055-3CC1-6EEF-581F-DE75D3284A0D}"/>
          </ac:picMkLst>
        </pc:picChg>
        <pc:picChg chg="mod">
          <ac:chgData name="ponnamreddybabjee@outlook.com" userId="3e261792aa522278" providerId="LiveId" clId="{C82C169B-91D4-4DE2-96E1-49DC2E564532}" dt="2026-02-24T07:22:44.999" v="262" actId="14100"/>
          <ac:picMkLst>
            <pc:docMk/>
            <pc:sldMk cId="3173642613" sldId="262"/>
            <ac:picMk id="14" creationId="{BC85794A-B47B-0A46-F00F-90C08DD38477}"/>
          </ac:picMkLst>
        </pc:picChg>
      </pc:sldChg>
      <pc:sldChg chg="del">
        <pc:chgData name="ponnamreddybabjee@outlook.com" userId="3e261792aa522278" providerId="LiveId" clId="{C82C169B-91D4-4DE2-96E1-49DC2E564532}" dt="2026-02-24T05:28:29.818" v="36" actId="47"/>
        <pc:sldMkLst>
          <pc:docMk/>
          <pc:sldMk cId="1806958086" sldId="263"/>
        </pc:sldMkLst>
      </pc:sldChg>
      <pc:sldChg chg="modSp mod">
        <pc:chgData name="ponnamreddybabjee@outlook.com" userId="3e261792aa522278" providerId="LiveId" clId="{C82C169B-91D4-4DE2-96E1-49DC2E564532}" dt="2026-02-24T07:23:41.790" v="265" actId="1076"/>
        <pc:sldMkLst>
          <pc:docMk/>
          <pc:sldMk cId="4040374483" sldId="264"/>
        </pc:sldMkLst>
        <pc:spChg chg="mod">
          <ac:chgData name="ponnamreddybabjee@outlook.com" userId="3e261792aa522278" providerId="LiveId" clId="{C82C169B-91D4-4DE2-96E1-49DC2E564532}" dt="2026-02-24T07:23:41.790" v="265" actId="1076"/>
          <ac:spMkLst>
            <pc:docMk/>
            <pc:sldMk cId="4040374483" sldId="264"/>
            <ac:spMk id="9" creationId="{F5E95470-7132-FBBA-099B-AE127E7230D9}"/>
          </ac:spMkLst>
        </pc:spChg>
        <pc:picChg chg="mod">
          <ac:chgData name="ponnamreddybabjee@outlook.com" userId="3e261792aa522278" providerId="LiveId" clId="{C82C169B-91D4-4DE2-96E1-49DC2E564532}" dt="2026-02-24T07:23:39.614" v="264" actId="14100"/>
          <ac:picMkLst>
            <pc:docMk/>
            <pc:sldMk cId="4040374483" sldId="264"/>
            <ac:picMk id="4" creationId="{B29ED8E9-407C-FE63-40A0-95135875DDFA}"/>
          </ac:picMkLst>
        </pc:picChg>
      </pc:sldChg>
      <pc:sldChg chg="add">
        <pc:chgData name="ponnamreddybabjee@outlook.com" userId="3e261792aa522278" providerId="LiveId" clId="{C82C169B-91D4-4DE2-96E1-49DC2E564532}" dt="2026-02-24T05:29:36.150" v="37" actId="2890"/>
        <pc:sldMkLst>
          <pc:docMk/>
          <pc:sldMk cId="3833542770" sldId="266"/>
        </pc:sldMkLst>
      </pc:sldChg>
      <pc:sldChg chg="addSp delSp modSp add mod">
        <pc:chgData name="ponnamreddybabjee@outlook.com" userId="3e261792aa522278" providerId="LiveId" clId="{C82C169B-91D4-4DE2-96E1-49DC2E564532}" dt="2026-02-24T05:51:04.913" v="89" actId="15"/>
        <pc:sldMkLst>
          <pc:docMk/>
          <pc:sldMk cId="1046524074" sldId="267"/>
        </pc:sldMkLst>
        <pc:spChg chg="add mod">
          <ac:chgData name="ponnamreddybabjee@outlook.com" userId="3e261792aa522278" providerId="LiveId" clId="{C82C169B-91D4-4DE2-96E1-49DC2E564532}" dt="2026-02-24T05:51:04.913" v="89" actId="15"/>
          <ac:spMkLst>
            <pc:docMk/>
            <pc:sldMk cId="1046524074" sldId="267"/>
            <ac:spMk id="3" creationId="{08D20692-79D6-F152-38A1-8182768A232E}"/>
          </ac:spMkLst>
        </pc:spChg>
        <pc:spChg chg="add">
          <ac:chgData name="ponnamreddybabjee@outlook.com" userId="3e261792aa522278" providerId="LiveId" clId="{C82C169B-91D4-4DE2-96E1-49DC2E564532}" dt="2026-02-24T05:46:48.397" v="57"/>
          <ac:spMkLst>
            <pc:docMk/>
            <pc:sldMk cId="1046524074" sldId="267"/>
            <ac:spMk id="4" creationId="{50D966DF-A566-F57B-1456-2C417A183AEA}"/>
          </ac:spMkLst>
        </pc:spChg>
        <pc:spChg chg="del">
          <ac:chgData name="ponnamreddybabjee@outlook.com" userId="3e261792aa522278" providerId="LiveId" clId="{C82C169B-91D4-4DE2-96E1-49DC2E564532}" dt="2026-02-24T05:45:15.936" v="42" actId="478"/>
          <ac:spMkLst>
            <pc:docMk/>
            <pc:sldMk cId="1046524074" sldId="267"/>
            <ac:spMk id="5" creationId="{B0D60441-FF71-29DB-15D3-C00C7C16E07E}"/>
          </ac:spMkLst>
        </pc:spChg>
        <pc:spChg chg="del">
          <ac:chgData name="ponnamreddybabjee@outlook.com" userId="3e261792aa522278" providerId="LiveId" clId="{C82C169B-91D4-4DE2-96E1-49DC2E564532}" dt="2026-02-24T05:45:13.050" v="41" actId="478"/>
          <ac:spMkLst>
            <pc:docMk/>
            <pc:sldMk cId="1046524074" sldId="267"/>
            <ac:spMk id="6" creationId="{00CF86FB-DA4A-03AA-36E6-0915A0ACEF19}"/>
          </ac:spMkLst>
        </pc:spChg>
        <pc:spChg chg="add">
          <ac:chgData name="ponnamreddybabjee@outlook.com" userId="3e261792aa522278" providerId="LiveId" clId="{C82C169B-91D4-4DE2-96E1-49DC2E564532}" dt="2026-02-24T05:48:50.209" v="68"/>
          <ac:spMkLst>
            <pc:docMk/>
            <pc:sldMk cId="1046524074" sldId="267"/>
            <ac:spMk id="7" creationId="{9FEAF84B-65F9-B6C0-3006-529DEC9F2B1F}"/>
          </ac:spMkLst>
        </pc:spChg>
      </pc:sldChg>
      <pc:sldChg chg="new del">
        <pc:chgData name="ponnamreddybabjee@outlook.com" userId="3e261792aa522278" providerId="LiveId" clId="{C82C169B-91D4-4DE2-96E1-49DC2E564532}" dt="2026-02-24T05:45:06.381" v="39" actId="680"/>
        <pc:sldMkLst>
          <pc:docMk/>
          <pc:sldMk cId="4290851639" sldId="267"/>
        </pc:sldMkLst>
      </pc:sldChg>
      <pc:sldChg chg="modSp add mod">
        <pc:chgData name="ponnamreddybabjee@outlook.com" userId="3e261792aa522278" providerId="LiveId" clId="{C82C169B-91D4-4DE2-96E1-49DC2E564532}" dt="2026-02-24T06:15:13.590" v="117" actId="20577"/>
        <pc:sldMkLst>
          <pc:docMk/>
          <pc:sldMk cId="2970593001" sldId="268"/>
        </pc:sldMkLst>
        <pc:spChg chg="mod">
          <ac:chgData name="ponnamreddybabjee@outlook.com" userId="3e261792aa522278" providerId="LiveId" clId="{C82C169B-91D4-4DE2-96E1-49DC2E564532}" dt="2026-02-24T06:15:13.590" v="117" actId="20577"/>
          <ac:spMkLst>
            <pc:docMk/>
            <pc:sldMk cId="2970593001" sldId="268"/>
            <ac:spMk id="3" creationId="{08D20692-79D6-F152-38A1-8182768A232E}"/>
          </ac:spMkLst>
        </pc:spChg>
      </pc:sldChg>
      <pc:sldChg chg="modSp add mod">
        <pc:chgData name="ponnamreddybabjee@outlook.com" userId="3e261792aa522278" providerId="LiveId" clId="{C82C169B-91D4-4DE2-96E1-49DC2E564532}" dt="2026-02-24T06:17:17.183" v="132" actId="113"/>
        <pc:sldMkLst>
          <pc:docMk/>
          <pc:sldMk cId="2602542193" sldId="269"/>
        </pc:sldMkLst>
        <pc:spChg chg="mod">
          <ac:chgData name="ponnamreddybabjee@outlook.com" userId="3e261792aa522278" providerId="LiveId" clId="{C82C169B-91D4-4DE2-96E1-49DC2E564532}" dt="2026-02-24T06:17:17.183" v="132" actId="113"/>
          <ac:spMkLst>
            <pc:docMk/>
            <pc:sldMk cId="2602542193" sldId="269"/>
            <ac:spMk id="3" creationId="{08D20692-79D6-F152-38A1-8182768A232E}"/>
          </ac:spMkLst>
        </pc:spChg>
      </pc:sldChg>
      <pc:sldChg chg="addSp delSp modSp add mod">
        <pc:chgData name="ponnamreddybabjee@outlook.com" userId="3e261792aa522278" providerId="LiveId" clId="{C82C169B-91D4-4DE2-96E1-49DC2E564532}" dt="2026-02-24T06:25:08.102" v="188" actId="113"/>
        <pc:sldMkLst>
          <pc:docMk/>
          <pc:sldMk cId="4080343953" sldId="270"/>
        </pc:sldMkLst>
        <pc:spChg chg="del">
          <ac:chgData name="ponnamreddybabjee@outlook.com" userId="3e261792aa522278" providerId="LiveId" clId="{C82C169B-91D4-4DE2-96E1-49DC2E564532}" dt="2026-02-24T06:19:40.828" v="134" actId="478"/>
          <ac:spMkLst>
            <pc:docMk/>
            <pc:sldMk cId="4080343953" sldId="270"/>
            <ac:spMk id="3" creationId="{08D20692-79D6-F152-38A1-8182768A232E}"/>
          </ac:spMkLst>
        </pc:spChg>
        <pc:spChg chg="add del mod">
          <ac:chgData name="ponnamreddybabjee@outlook.com" userId="3e261792aa522278" providerId="LiveId" clId="{C82C169B-91D4-4DE2-96E1-49DC2E564532}" dt="2026-02-24T06:20:21.073" v="144" actId="478"/>
          <ac:spMkLst>
            <pc:docMk/>
            <pc:sldMk cId="4080343953" sldId="270"/>
            <ac:spMk id="4" creationId="{7FF52C92-C2F6-4ACA-B729-AF7EA72A13C0}"/>
          </ac:spMkLst>
        </pc:spChg>
        <pc:spChg chg="add mod">
          <ac:chgData name="ponnamreddybabjee@outlook.com" userId="3e261792aa522278" providerId="LiveId" clId="{C82C169B-91D4-4DE2-96E1-49DC2E564532}" dt="2026-02-24T06:21:08.287" v="164" actId="14100"/>
          <ac:spMkLst>
            <pc:docMk/>
            <pc:sldMk cId="4080343953" sldId="270"/>
            <ac:spMk id="6" creationId="{5283CE5A-E4B9-3688-9FD9-DDF597FE3F67}"/>
          </ac:spMkLst>
        </pc:spChg>
        <pc:spChg chg="add del mod">
          <ac:chgData name="ponnamreddybabjee@outlook.com" userId="3e261792aa522278" providerId="LiveId" clId="{C82C169B-91D4-4DE2-96E1-49DC2E564532}" dt="2026-02-24T06:21:24.019" v="167" actId="478"/>
          <ac:spMkLst>
            <pc:docMk/>
            <pc:sldMk cId="4080343953" sldId="270"/>
            <ac:spMk id="8" creationId="{F5E72BC4-CD08-64A6-C6B0-46E3B3653C20}"/>
          </ac:spMkLst>
        </pc:spChg>
        <pc:spChg chg="add mod">
          <ac:chgData name="ponnamreddybabjee@outlook.com" userId="3e261792aa522278" providerId="LiveId" clId="{C82C169B-91D4-4DE2-96E1-49DC2E564532}" dt="2026-02-24T06:22:00.781" v="174" actId="14100"/>
          <ac:spMkLst>
            <pc:docMk/>
            <pc:sldMk cId="4080343953" sldId="270"/>
            <ac:spMk id="10" creationId="{D0DA30B9-22E0-D130-38C4-F6EAF82E1120}"/>
          </ac:spMkLst>
        </pc:spChg>
        <pc:spChg chg="add">
          <ac:chgData name="ponnamreddybabjee@outlook.com" userId="3e261792aa522278" providerId="LiveId" clId="{C82C169B-91D4-4DE2-96E1-49DC2E564532}" dt="2026-02-24T06:22:16.957" v="175"/>
          <ac:spMkLst>
            <pc:docMk/>
            <pc:sldMk cId="4080343953" sldId="270"/>
            <ac:spMk id="11" creationId="{94BA0B6B-E59B-C29D-BF30-108B8F1957BC}"/>
          </ac:spMkLst>
        </pc:spChg>
        <pc:spChg chg="add mod">
          <ac:chgData name="ponnamreddybabjee@outlook.com" userId="3e261792aa522278" providerId="LiveId" clId="{C82C169B-91D4-4DE2-96E1-49DC2E564532}" dt="2026-02-24T06:23:09.176" v="182" actId="14100"/>
          <ac:spMkLst>
            <pc:docMk/>
            <pc:sldMk cId="4080343953" sldId="270"/>
            <ac:spMk id="13" creationId="{5CED38F7-1CB2-DAC4-B4E7-273484B88550}"/>
          </ac:spMkLst>
        </pc:spChg>
        <pc:spChg chg="add mod">
          <ac:chgData name="ponnamreddybabjee@outlook.com" userId="3e261792aa522278" providerId="LiveId" clId="{C82C169B-91D4-4DE2-96E1-49DC2E564532}" dt="2026-02-24T06:25:08.102" v="188" actId="113"/>
          <ac:spMkLst>
            <pc:docMk/>
            <pc:sldMk cId="4080343953" sldId="270"/>
            <ac:spMk id="15" creationId="{5B388B06-A20B-5982-DA4D-859A72933B46}"/>
          </ac:spMkLst>
        </pc:spChg>
        <pc:graphicFrameChg chg="add mod modGraphic">
          <ac:chgData name="ponnamreddybabjee@outlook.com" userId="3e261792aa522278" providerId="LiveId" clId="{C82C169B-91D4-4DE2-96E1-49DC2E564532}" dt="2026-02-24T06:20:51.568" v="151" actId="1076"/>
          <ac:graphicFrameMkLst>
            <pc:docMk/>
            <pc:sldMk cId="4080343953" sldId="270"/>
            <ac:graphicFrameMk id="2" creationId="{4D1C84E3-046E-7566-36BD-637D2900E885}"/>
          </ac:graphicFrameMkLst>
        </pc:graphicFrameChg>
        <pc:graphicFrameChg chg="add mod modGraphic">
          <ac:chgData name="ponnamreddybabjee@outlook.com" userId="3e261792aa522278" providerId="LiveId" clId="{C82C169B-91D4-4DE2-96E1-49DC2E564532}" dt="2026-02-24T06:21:39.408" v="170" actId="207"/>
          <ac:graphicFrameMkLst>
            <pc:docMk/>
            <pc:sldMk cId="4080343953" sldId="270"/>
            <ac:graphicFrameMk id="7" creationId="{804CE520-E4D5-6877-3D5F-123BDF2CDBC6}"/>
          </ac:graphicFrameMkLst>
        </pc:graphicFrameChg>
      </pc:sldChg>
      <pc:sldChg chg="addSp delSp modSp add mod">
        <pc:chgData name="ponnamreddybabjee@outlook.com" userId="3e261792aa522278" providerId="LiveId" clId="{C82C169B-91D4-4DE2-96E1-49DC2E564532}" dt="2026-02-24T06:26:47.413" v="201" actId="20577"/>
        <pc:sldMkLst>
          <pc:docMk/>
          <pc:sldMk cId="4057984743" sldId="271"/>
        </pc:sldMkLst>
        <pc:spChg chg="add">
          <ac:chgData name="ponnamreddybabjee@outlook.com" userId="3e261792aa522278" providerId="LiveId" clId="{C82C169B-91D4-4DE2-96E1-49DC2E564532}" dt="2026-02-24T06:26:25.515" v="196"/>
          <ac:spMkLst>
            <pc:docMk/>
            <pc:sldMk cId="4057984743" sldId="271"/>
            <ac:spMk id="3" creationId="{E3B55C3E-EBC1-0BD3-3F5D-557F103C3086}"/>
          </ac:spMkLst>
        </pc:spChg>
        <pc:spChg chg="add mod">
          <ac:chgData name="ponnamreddybabjee@outlook.com" userId="3e261792aa522278" providerId="LiveId" clId="{C82C169B-91D4-4DE2-96E1-49DC2E564532}" dt="2026-02-24T06:26:47.413" v="201" actId="20577"/>
          <ac:spMkLst>
            <pc:docMk/>
            <pc:sldMk cId="4057984743" sldId="271"/>
            <ac:spMk id="5" creationId="{CA28F2DF-7AFE-E27B-C0CD-72CB8D59426B}"/>
          </ac:spMkLst>
        </pc:spChg>
        <pc:spChg chg="del">
          <ac:chgData name="ponnamreddybabjee@outlook.com" userId="3e261792aa522278" providerId="LiveId" clId="{C82C169B-91D4-4DE2-96E1-49DC2E564532}" dt="2026-02-24T06:26:12.670" v="191" actId="478"/>
          <ac:spMkLst>
            <pc:docMk/>
            <pc:sldMk cId="4057984743" sldId="271"/>
            <ac:spMk id="6" creationId="{5283CE5A-E4B9-3688-9FD9-DDF597FE3F67}"/>
          </ac:spMkLst>
        </pc:spChg>
        <pc:spChg chg="del">
          <ac:chgData name="ponnamreddybabjee@outlook.com" userId="3e261792aa522278" providerId="LiveId" clId="{C82C169B-91D4-4DE2-96E1-49DC2E564532}" dt="2026-02-24T06:26:17.813" v="193" actId="478"/>
          <ac:spMkLst>
            <pc:docMk/>
            <pc:sldMk cId="4057984743" sldId="271"/>
            <ac:spMk id="10" creationId="{D0DA30B9-22E0-D130-38C4-F6EAF82E1120}"/>
          </ac:spMkLst>
        </pc:spChg>
        <pc:spChg chg="del">
          <ac:chgData name="ponnamreddybabjee@outlook.com" userId="3e261792aa522278" providerId="LiveId" clId="{C82C169B-91D4-4DE2-96E1-49DC2E564532}" dt="2026-02-24T06:26:09.484" v="190" actId="478"/>
          <ac:spMkLst>
            <pc:docMk/>
            <pc:sldMk cId="4057984743" sldId="271"/>
            <ac:spMk id="13" creationId="{5CED38F7-1CB2-DAC4-B4E7-273484B88550}"/>
          </ac:spMkLst>
        </pc:spChg>
        <pc:spChg chg="del">
          <ac:chgData name="ponnamreddybabjee@outlook.com" userId="3e261792aa522278" providerId="LiveId" clId="{C82C169B-91D4-4DE2-96E1-49DC2E564532}" dt="2026-02-24T06:26:23.393" v="195" actId="478"/>
          <ac:spMkLst>
            <pc:docMk/>
            <pc:sldMk cId="4057984743" sldId="271"/>
            <ac:spMk id="15" creationId="{5B388B06-A20B-5982-DA4D-859A72933B46}"/>
          </ac:spMkLst>
        </pc:spChg>
        <pc:graphicFrameChg chg="del">
          <ac:chgData name="ponnamreddybabjee@outlook.com" userId="3e261792aa522278" providerId="LiveId" clId="{C82C169B-91D4-4DE2-96E1-49DC2E564532}" dt="2026-02-24T06:26:15.286" v="192" actId="478"/>
          <ac:graphicFrameMkLst>
            <pc:docMk/>
            <pc:sldMk cId="4057984743" sldId="271"/>
            <ac:graphicFrameMk id="2" creationId="{4D1C84E3-046E-7566-36BD-637D2900E885}"/>
          </ac:graphicFrameMkLst>
        </pc:graphicFrameChg>
        <pc:graphicFrameChg chg="del">
          <ac:chgData name="ponnamreddybabjee@outlook.com" userId="3e261792aa522278" providerId="LiveId" clId="{C82C169B-91D4-4DE2-96E1-49DC2E564532}" dt="2026-02-24T06:26:20.590" v="194" actId="478"/>
          <ac:graphicFrameMkLst>
            <pc:docMk/>
            <pc:sldMk cId="4057984743" sldId="271"/>
            <ac:graphicFrameMk id="7" creationId="{804CE520-E4D5-6877-3D5F-123BDF2CDBC6}"/>
          </ac:graphicFrameMkLst>
        </pc:graphicFrameChg>
      </pc:sldChg>
      <pc:sldChg chg="addSp delSp modSp add mod">
        <pc:chgData name="ponnamreddybabjee@outlook.com" userId="3e261792aa522278" providerId="LiveId" clId="{C82C169B-91D4-4DE2-96E1-49DC2E564532}" dt="2026-02-24T06:29:57.838" v="216" actId="948"/>
        <pc:sldMkLst>
          <pc:docMk/>
          <pc:sldMk cId="1957872965" sldId="272"/>
        </pc:sldMkLst>
        <pc:spChg chg="add mod">
          <ac:chgData name="ponnamreddybabjee@outlook.com" userId="3e261792aa522278" providerId="LiveId" clId="{C82C169B-91D4-4DE2-96E1-49DC2E564532}" dt="2026-02-24T06:27:26.471" v="207" actId="1076"/>
          <ac:spMkLst>
            <pc:docMk/>
            <pc:sldMk cId="1957872965" sldId="272"/>
            <ac:spMk id="3" creationId="{9BB0A647-A217-A1BC-E7CF-2DCBC36671DA}"/>
          </ac:spMkLst>
        </pc:spChg>
        <pc:spChg chg="del">
          <ac:chgData name="ponnamreddybabjee@outlook.com" userId="3e261792aa522278" providerId="LiveId" clId="{C82C169B-91D4-4DE2-96E1-49DC2E564532}" dt="2026-02-24T06:27:13.401" v="203" actId="478"/>
          <ac:spMkLst>
            <pc:docMk/>
            <pc:sldMk cId="1957872965" sldId="272"/>
            <ac:spMk id="5" creationId="{CA28F2DF-7AFE-E27B-C0CD-72CB8D59426B}"/>
          </ac:spMkLst>
        </pc:spChg>
        <pc:spChg chg="add mod">
          <ac:chgData name="ponnamreddybabjee@outlook.com" userId="3e261792aa522278" providerId="LiveId" clId="{C82C169B-91D4-4DE2-96E1-49DC2E564532}" dt="2026-02-24T06:29:57.838" v="216" actId="948"/>
          <ac:spMkLst>
            <pc:docMk/>
            <pc:sldMk cId="1957872965" sldId="272"/>
            <ac:spMk id="6" creationId="{6F55EB5A-A54A-77FC-2FEA-358D88F64629}"/>
          </ac:spMkLst>
        </pc:spChg>
      </pc:sldChg>
      <pc:sldChg chg="delSp modSp add mod">
        <pc:chgData name="ponnamreddybabjee@outlook.com" userId="3e261792aa522278" providerId="LiveId" clId="{C82C169B-91D4-4DE2-96E1-49DC2E564532}" dt="2026-02-24T07:39:41.377" v="267" actId="1076"/>
        <pc:sldMkLst>
          <pc:docMk/>
          <pc:sldMk cId="2045290406" sldId="273"/>
        </pc:sldMkLst>
        <pc:spChg chg="del">
          <ac:chgData name="ponnamreddybabjee@outlook.com" userId="3e261792aa522278" providerId="LiveId" clId="{C82C169B-91D4-4DE2-96E1-49DC2E564532}" dt="2026-02-24T07:39:37.062" v="266" actId="478"/>
          <ac:spMkLst>
            <pc:docMk/>
            <pc:sldMk cId="2045290406" sldId="273"/>
            <ac:spMk id="3" creationId="{9BB0A647-A217-A1BC-E7CF-2DCBC36671DA}"/>
          </ac:spMkLst>
        </pc:spChg>
        <pc:spChg chg="mod">
          <ac:chgData name="ponnamreddybabjee@outlook.com" userId="3e261792aa522278" providerId="LiveId" clId="{C82C169B-91D4-4DE2-96E1-49DC2E564532}" dt="2026-02-24T07:39:41.377" v="267" actId="1076"/>
          <ac:spMkLst>
            <pc:docMk/>
            <pc:sldMk cId="2045290406" sldId="273"/>
            <ac:spMk id="6" creationId="{6F55EB5A-A54A-77FC-2FEA-358D88F64629}"/>
          </ac:spMkLst>
        </pc:spChg>
      </pc:sldChg>
      <pc:sldChg chg="addSp delSp modSp add mod">
        <pc:chgData name="ponnamreddybabjee@outlook.com" userId="3e261792aa522278" providerId="LiveId" clId="{C82C169B-91D4-4DE2-96E1-49DC2E564532}" dt="2026-02-24T06:34:49.120" v="251" actId="1076"/>
        <pc:sldMkLst>
          <pc:docMk/>
          <pc:sldMk cId="1149846673" sldId="274"/>
        </pc:sldMkLst>
        <pc:spChg chg="add">
          <ac:chgData name="ponnamreddybabjee@outlook.com" userId="3e261792aa522278" providerId="LiveId" clId="{C82C169B-91D4-4DE2-96E1-49DC2E564532}" dt="2026-02-24T06:33:20.501" v="235"/>
          <ac:spMkLst>
            <pc:docMk/>
            <pc:sldMk cId="1149846673" sldId="274"/>
            <ac:spMk id="2" creationId="{24BF5D6A-A3C3-5CD5-6D5B-9FD4A41D8BB5}"/>
          </ac:spMkLst>
        </pc:spChg>
        <pc:spChg chg="del">
          <ac:chgData name="ponnamreddybabjee@outlook.com" userId="3e261792aa522278" providerId="LiveId" clId="{C82C169B-91D4-4DE2-96E1-49DC2E564532}" dt="2026-02-24T06:33:13.040" v="232" actId="478"/>
          <ac:spMkLst>
            <pc:docMk/>
            <pc:sldMk cId="1149846673" sldId="274"/>
            <ac:spMk id="3" creationId="{9BB0A647-A217-A1BC-E7CF-2DCBC36671DA}"/>
          </ac:spMkLst>
        </pc:spChg>
        <pc:spChg chg="mod">
          <ac:chgData name="ponnamreddybabjee@outlook.com" userId="3e261792aa522278" providerId="LiveId" clId="{C82C169B-91D4-4DE2-96E1-49DC2E564532}" dt="2026-02-24T06:34:49.120" v="251" actId="1076"/>
          <ac:spMkLst>
            <pc:docMk/>
            <pc:sldMk cId="1149846673" sldId="274"/>
            <ac:spMk id="6" creationId="{6F55EB5A-A54A-77FC-2FEA-358D88F64629}"/>
          </ac:spMkLst>
        </pc:spChg>
      </pc:sldChg>
      <pc:sldChg chg="addSp modSp add mod">
        <pc:chgData name="ponnamreddybabjee@outlook.com" userId="3e261792aa522278" providerId="LiveId" clId="{C82C169B-91D4-4DE2-96E1-49DC2E564532}" dt="2026-02-24T09:52:47.474" v="374" actId="20577"/>
        <pc:sldMkLst>
          <pc:docMk/>
          <pc:sldMk cId="11309622" sldId="275"/>
        </pc:sldMkLst>
        <pc:spChg chg="add">
          <ac:chgData name="ponnamreddybabjee@outlook.com" userId="3e261792aa522278" providerId="LiveId" clId="{C82C169B-91D4-4DE2-96E1-49DC2E564532}" dt="2026-02-24T09:27:57.653" v="273"/>
          <ac:spMkLst>
            <pc:docMk/>
            <pc:sldMk cId="11309622" sldId="275"/>
            <ac:spMk id="2" creationId="{97052B28-BE59-279B-77EC-01522037CE3E}"/>
          </ac:spMkLst>
        </pc:spChg>
        <pc:spChg chg="add">
          <ac:chgData name="ponnamreddybabjee@outlook.com" userId="3e261792aa522278" providerId="LiveId" clId="{C82C169B-91D4-4DE2-96E1-49DC2E564532}" dt="2026-02-24T09:28:11.215" v="274"/>
          <ac:spMkLst>
            <pc:docMk/>
            <pc:sldMk cId="11309622" sldId="275"/>
            <ac:spMk id="3" creationId="{F2598168-4857-7F0E-2B80-22F03E83E99A}"/>
          </ac:spMkLst>
        </pc:spChg>
        <pc:spChg chg="add">
          <ac:chgData name="ponnamreddybabjee@outlook.com" userId="3e261792aa522278" providerId="LiveId" clId="{C82C169B-91D4-4DE2-96E1-49DC2E564532}" dt="2026-02-24T09:28:11.215" v="274"/>
          <ac:spMkLst>
            <pc:docMk/>
            <pc:sldMk cId="11309622" sldId="275"/>
            <ac:spMk id="4" creationId="{D434582B-24E1-FB86-7762-7317581C6BBF}"/>
          </ac:spMkLst>
        </pc:spChg>
        <pc:spChg chg="add">
          <ac:chgData name="ponnamreddybabjee@outlook.com" userId="3e261792aa522278" providerId="LiveId" clId="{C82C169B-91D4-4DE2-96E1-49DC2E564532}" dt="2026-02-24T09:28:11.215" v="274"/>
          <ac:spMkLst>
            <pc:docMk/>
            <pc:sldMk cId="11309622" sldId="275"/>
            <ac:spMk id="5" creationId="{D9878D81-9CBA-297A-F5C0-DA79785EFF3F}"/>
          </ac:spMkLst>
        </pc:spChg>
        <pc:spChg chg="mod">
          <ac:chgData name="ponnamreddybabjee@outlook.com" userId="3e261792aa522278" providerId="LiveId" clId="{C82C169B-91D4-4DE2-96E1-49DC2E564532}" dt="2026-02-24T09:52:47.474" v="374" actId="20577"/>
          <ac:spMkLst>
            <pc:docMk/>
            <pc:sldMk cId="11309622" sldId="275"/>
            <ac:spMk id="6" creationId="{6F55EB5A-A54A-77FC-2FEA-358D88F64629}"/>
          </ac:spMkLst>
        </pc:spChg>
      </pc:sldChg>
      <pc:sldChg chg="modSp add mod">
        <pc:chgData name="ponnamreddybabjee@outlook.com" userId="3e261792aa522278" providerId="LiveId" clId="{C82C169B-91D4-4DE2-96E1-49DC2E564532}" dt="2026-02-24T09:32:39.981" v="313" actId="12"/>
        <pc:sldMkLst>
          <pc:docMk/>
          <pc:sldMk cId="4092552367" sldId="276"/>
        </pc:sldMkLst>
        <pc:spChg chg="mod">
          <ac:chgData name="ponnamreddybabjee@outlook.com" userId="3e261792aa522278" providerId="LiveId" clId="{C82C169B-91D4-4DE2-96E1-49DC2E564532}" dt="2026-02-24T09:32:39.981" v="313" actId="12"/>
          <ac:spMkLst>
            <pc:docMk/>
            <pc:sldMk cId="4092552367" sldId="276"/>
            <ac:spMk id="6" creationId="{6F55EB5A-A54A-77FC-2FEA-358D88F64629}"/>
          </ac:spMkLst>
        </pc:spChg>
      </pc:sldChg>
      <pc:sldChg chg="add">
        <pc:chgData name="ponnamreddybabjee@outlook.com" userId="3e261792aa522278" providerId="LiveId" clId="{C82C169B-91D4-4DE2-96E1-49DC2E564532}" dt="2026-02-24T09:32:43.490" v="314" actId="2890"/>
        <pc:sldMkLst>
          <pc:docMk/>
          <pc:sldMk cId="1440361390" sldId="277"/>
        </pc:sldMkLst>
      </pc:sldChg>
      <pc:sldChg chg="modSp add mod">
        <pc:chgData name="ponnamreddybabjee@outlook.com" userId="3e261792aa522278" providerId="LiveId" clId="{C82C169B-91D4-4DE2-96E1-49DC2E564532}" dt="2026-02-24T09:38:27.529" v="333" actId="948"/>
        <pc:sldMkLst>
          <pc:docMk/>
          <pc:sldMk cId="4044892352" sldId="278"/>
        </pc:sldMkLst>
        <pc:spChg chg="mod">
          <ac:chgData name="ponnamreddybabjee@outlook.com" userId="3e261792aa522278" providerId="LiveId" clId="{C82C169B-91D4-4DE2-96E1-49DC2E564532}" dt="2026-02-24T09:38:27.529" v="333" actId="948"/>
          <ac:spMkLst>
            <pc:docMk/>
            <pc:sldMk cId="4044892352" sldId="278"/>
            <ac:spMk id="6" creationId="{6F55EB5A-A54A-77FC-2FEA-358D88F64629}"/>
          </ac:spMkLst>
        </pc:spChg>
      </pc:sldChg>
      <pc:sldChg chg="modSp add mod">
        <pc:chgData name="ponnamreddybabjee@outlook.com" userId="3e261792aa522278" providerId="LiveId" clId="{C82C169B-91D4-4DE2-96E1-49DC2E564532}" dt="2026-02-24T09:40:50.177" v="354" actId="948"/>
        <pc:sldMkLst>
          <pc:docMk/>
          <pc:sldMk cId="2824894828" sldId="279"/>
        </pc:sldMkLst>
        <pc:spChg chg="mod">
          <ac:chgData name="ponnamreddybabjee@outlook.com" userId="3e261792aa522278" providerId="LiveId" clId="{C82C169B-91D4-4DE2-96E1-49DC2E564532}" dt="2026-02-24T09:40:50.177" v="354" actId="948"/>
          <ac:spMkLst>
            <pc:docMk/>
            <pc:sldMk cId="2824894828" sldId="279"/>
            <ac:spMk id="6" creationId="{6F55EB5A-A54A-77FC-2FEA-358D88F64629}"/>
          </ac:spMkLst>
        </pc:spChg>
      </pc:sldChg>
      <pc:sldChg chg="addSp modSp add mod">
        <pc:chgData name="ponnamreddybabjee@outlook.com" userId="3e261792aa522278" providerId="LiveId" clId="{C82C169B-91D4-4DE2-96E1-49DC2E564532}" dt="2026-02-24T09:42:57.800" v="372" actId="20577"/>
        <pc:sldMkLst>
          <pc:docMk/>
          <pc:sldMk cId="2138711881" sldId="280"/>
        </pc:sldMkLst>
        <pc:spChg chg="add">
          <ac:chgData name="ponnamreddybabjee@outlook.com" userId="3e261792aa522278" providerId="LiveId" clId="{C82C169B-91D4-4DE2-96E1-49DC2E564532}" dt="2026-02-24T09:41:20.546" v="357"/>
          <ac:spMkLst>
            <pc:docMk/>
            <pc:sldMk cId="2138711881" sldId="280"/>
            <ac:spMk id="2" creationId="{67FC3201-DAF0-4C71-2F6E-F7F8C6CBE199}"/>
          </ac:spMkLst>
        </pc:spChg>
        <pc:spChg chg="add">
          <ac:chgData name="ponnamreddybabjee@outlook.com" userId="3e261792aa522278" providerId="LiveId" clId="{C82C169B-91D4-4DE2-96E1-49DC2E564532}" dt="2026-02-24T09:41:20.546" v="357"/>
          <ac:spMkLst>
            <pc:docMk/>
            <pc:sldMk cId="2138711881" sldId="280"/>
            <ac:spMk id="3" creationId="{9974E75A-130C-0205-85A3-FFB05AF1D7C1}"/>
          </ac:spMkLst>
        </pc:spChg>
        <pc:spChg chg="add">
          <ac:chgData name="ponnamreddybabjee@outlook.com" userId="3e261792aa522278" providerId="LiveId" clId="{C82C169B-91D4-4DE2-96E1-49DC2E564532}" dt="2026-02-24T09:41:20.546" v="357"/>
          <ac:spMkLst>
            <pc:docMk/>
            <pc:sldMk cId="2138711881" sldId="280"/>
            <ac:spMk id="4" creationId="{C5BEF872-4838-BD13-B295-1424616959D3}"/>
          </ac:spMkLst>
        </pc:spChg>
        <pc:spChg chg="mod">
          <ac:chgData name="ponnamreddybabjee@outlook.com" userId="3e261792aa522278" providerId="LiveId" clId="{C82C169B-91D4-4DE2-96E1-49DC2E564532}" dt="2026-02-24T09:42:57.800" v="372" actId="20577"/>
          <ac:spMkLst>
            <pc:docMk/>
            <pc:sldMk cId="2138711881" sldId="280"/>
            <ac:spMk id="6" creationId="{6F55EB5A-A54A-77FC-2FEA-358D88F64629}"/>
          </ac:spMkLst>
        </pc:spChg>
      </pc:sldChg>
      <pc:sldChg chg="addSp modSp add mod">
        <pc:chgData name="ponnamreddybabjee@outlook.com" userId="3e261792aa522278" providerId="LiveId" clId="{C82C169B-91D4-4DE2-96E1-49DC2E564532}" dt="2026-02-24T10:04:49.592" v="409"/>
        <pc:sldMkLst>
          <pc:docMk/>
          <pc:sldMk cId="2023522233" sldId="281"/>
        </pc:sldMkLst>
        <pc:spChg chg="add">
          <ac:chgData name="ponnamreddybabjee@outlook.com" userId="3e261792aa522278" providerId="LiveId" clId="{C82C169B-91D4-4DE2-96E1-49DC2E564532}" dt="2026-02-24T09:56:47.981" v="377"/>
          <ac:spMkLst>
            <pc:docMk/>
            <pc:sldMk cId="2023522233" sldId="281"/>
            <ac:spMk id="2" creationId="{AA10034E-CEDE-C25B-6804-89DE0797B353}"/>
          </ac:spMkLst>
        </pc:spChg>
        <pc:spChg chg="add">
          <ac:chgData name="ponnamreddybabjee@outlook.com" userId="3e261792aa522278" providerId="LiveId" clId="{C82C169B-91D4-4DE2-96E1-49DC2E564532}" dt="2026-02-24T10:01:41.943" v="401"/>
          <ac:spMkLst>
            <pc:docMk/>
            <pc:sldMk cId="2023522233" sldId="281"/>
            <ac:spMk id="3" creationId="{C5E71C39-452D-672D-B016-48F9A94B48E9}"/>
          </ac:spMkLst>
        </pc:spChg>
        <pc:spChg chg="mod">
          <ac:chgData name="ponnamreddybabjee@outlook.com" userId="3e261792aa522278" providerId="LiveId" clId="{C82C169B-91D4-4DE2-96E1-49DC2E564532}" dt="2026-02-24T10:04:49.592" v="409"/>
          <ac:spMkLst>
            <pc:docMk/>
            <pc:sldMk cId="2023522233" sldId="281"/>
            <ac:spMk id="6" creationId="{6F55EB5A-A54A-77FC-2FEA-358D88F64629}"/>
          </ac:spMkLst>
        </pc:spChg>
      </pc:sldChg>
      <pc:sldChg chg="addSp delSp modSp add mod">
        <pc:chgData name="ponnamreddybabjee@outlook.com" userId="3e261792aa522278" providerId="LiveId" clId="{C82C169B-91D4-4DE2-96E1-49DC2E564532}" dt="2026-02-24T10:08:19.145" v="442" actId="20577"/>
        <pc:sldMkLst>
          <pc:docMk/>
          <pc:sldMk cId="615587215" sldId="282"/>
        </pc:sldMkLst>
        <pc:spChg chg="add mod">
          <ac:chgData name="ponnamreddybabjee@outlook.com" userId="3e261792aa522278" providerId="LiveId" clId="{C82C169B-91D4-4DE2-96E1-49DC2E564532}" dt="2026-02-24T10:08:19.145" v="442" actId="20577"/>
          <ac:spMkLst>
            <pc:docMk/>
            <pc:sldMk cId="615587215" sldId="282"/>
            <ac:spMk id="4" creationId="{91A382D2-D538-ADEB-DAAA-F125961BC7B9}"/>
          </ac:spMkLst>
        </pc:spChg>
        <pc:spChg chg="del">
          <ac:chgData name="ponnamreddybabjee@outlook.com" userId="3e261792aa522278" providerId="LiveId" clId="{C82C169B-91D4-4DE2-96E1-49DC2E564532}" dt="2026-02-24T10:07:34.963" v="411" actId="478"/>
          <ac:spMkLst>
            <pc:docMk/>
            <pc:sldMk cId="615587215" sldId="282"/>
            <ac:spMk id="6" creationId="{6F55EB5A-A54A-77FC-2FEA-358D88F64629}"/>
          </ac:spMkLst>
        </pc:spChg>
        <pc:graphicFrameChg chg="add mod">
          <ac:chgData name="ponnamreddybabjee@outlook.com" userId="3e261792aa522278" providerId="LiveId" clId="{C82C169B-91D4-4DE2-96E1-49DC2E564532}" dt="2026-02-24T10:08:09.381" v="419"/>
          <ac:graphicFrameMkLst>
            <pc:docMk/>
            <pc:sldMk cId="615587215" sldId="282"/>
            <ac:graphicFrameMk id="2" creationId="{F69AA41F-E026-95E9-24E6-0254B348AF3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6CD4CC-1140-4648-9060-1CD23374792A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70677-BE35-4DB8-8CEC-FBCFDD468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829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70677-BE35-4DB8-8CEC-FBCFDD4687C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407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11F36-BBC3-60FC-3C53-7CBAE986A6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Spark Join strategies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C0A76-20CA-21C3-7932-0D89387C90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654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4D14B6-0D04-76D3-1BD4-0855E7CD94FF}"/>
              </a:ext>
            </a:extLst>
          </p:cNvPr>
          <p:cNvSpPr txBox="1"/>
          <p:nvPr/>
        </p:nvSpPr>
        <p:spPr>
          <a:xfrm>
            <a:off x="345057" y="207034"/>
            <a:ext cx="10593238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What is a Join in Spark?</a:t>
            </a:r>
          </a:p>
          <a:p>
            <a:pPr>
              <a:spcBef>
                <a:spcPts val="600"/>
              </a:spcBef>
            </a:pPr>
            <a:r>
              <a:rPr lang="en-IN" dirty="0"/>
              <a:t>A Join is used to combine two datasets (</a:t>
            </a:r>
            <a:r>
              <a:rPr lang="en-IN" dirty="0" err="1"/>
              <a:t>DataFrames</a:t>
            </a:r>
            <a:r>
              <a:rPr lang="en-IN" dirty="0"/>
              <a:t>/Tables) based on a common column.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r>
              <a:rPr lang="en-IN" b="1" dirty="0"/>
              <a:t>Example: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customers table → </a:t>
            </a:r>
            <a:r>
              <a:rPr lang="en-IN" dirty="0" err="1"/>
              <a:t>customer_id</a:t>
            </a:r>
            <a:r>
              <a:rPr lang="en-IN" dirty="0"/>
              <a:t>, name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orders table → </a:t>
            </a:r>
            <a:r>
              <a:rPr lang="en-IN" dirty="0" err="1"/>
              <a:t>order_id</a:t>
            </a:r>
            <a:r>
              <a:rPr lang="en-IN" dirty="0"/>
              <a:t>, </a:t>
            </a:r>
            <a:r>
              <a:rPr lang="en-IN" dirty="0" err="1"/>
              <a:t>customer_id</a:t>
            </a:r>
            <a:r>
              <a:rPr lang="en-IN" dirty="0"/>
              <a:t>, amount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We join using </a:t>
            </a:r>
            <a:r>
              <a:rPr lang="en-IN" dirty="0" err="1"/>
              <a:t>customer_id</a:t>
            </a:r>
            <a:r>
              <a:rPr lang="en-IN" dirty="0"/>
              <a:t>.</a:t>
            </a:r>
          </a:p>
          <a:p>
            <a:pPr>
              <a:spcBef>
                <a:spcPts val="600"/>
              </a:spcBef>
            </a:pPr>
            <a:r>
              <a:rPr lang="en-IN" b="1" dirty="0"/>
              <a:t>Why Join Strategy Matters</a:t>
            </a:r>
          </a:p>
          <a:p>
            <a:pPr>
              <a:spcBef>
                <a:spcPts val="600"/>
              </a:spcBef>
            </a:pPr>
            <a:r>
              <a:rPr lang="en-IN" dirty="0"/>
              <a:t>	Spark runs on multiple machines (cluster).</a:t>
            </a:r>
          </a:p>
          <a:p>
            <a:pPr>
              <a:spcBef>
                <a:spcPts val="600"/>
              </a:spcBef>
            </a:pPr>
            <a:r>
              <a:rPr lang="en-IN" b="1" dirty="0"/>
              <a:t>When joining: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Data may exist on different machines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Data may need to move across network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Data may need sorting or hashing</a:t>
            </a:r>
          </a:p>
          <a:p>
            <a:pPr>
              <a:spcBef>
                <a:spcPts val="600"/>
              </a:spcBef>
            </a:pPr>
            <a:r>
              <a:rPr lang="en-IN" dirty="0"/>
              <a:t>⚠️ Shuffle = Expensive</a:t>
            </a:r>
          </a:p>
          <a:p>
            <a:pPr>
              <a:spcBef>
                <a:spcPts val="600"/>
              </a:spcBef>
            </a:pPr>
            <a:r>
              <a:rPr lang="en-IN" dirty="0"/>
              <a:t>⚠️ Wrong strategy = Performance disaster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Choosing correct strategy = ✅ Faster jobs + ✅ Less memory + ✅ Less cost</a:t>
            </a:r>
          </a:p>
        </p:txBody>
      </p:sp>
    </p:spTree>
    <p:extLst>
      <p:ext uri="{BB962C8B-B14F-4D97-AF65-F5344CB8AC3E}">
        <p14:creationId xmlns:p14="http://schemas.microsoft.com/office/powerpoint/2010/main" val="22603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4D14B6-0D04-76D3-1BD4-0855E7CD94FF}"/>
              </a:ext>
            </a:extLst>
          </p:cNvPr>
          <p:cNvSpPr txBox="1"/>
          <p:nvPr/>
        </p:nvSpPr>
        <p:spPr>
          <a:xfrm>
            <a:off x="345057" y="207034"/>
            <a:ext cx="10593238" cy="694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What Happens Internally During a Join?</a:t>
            </a:r>
          </a:p>
          <a:p>
            <a:pPr>
              <a:spcBef>
                <a:spcPts val="600"/>
              </a:spcBef>
            </a:pPr>
            <a:r>
              <a:rPr lang="en-IN" dirty="0"/>
              <a:t>When you write:</a:t>
            </a:r>
          </a:p>
          <a:p>
            <a:pPr>
              <a:spcBef>
                <a:spcPts val="600"/>
              </a:spcBef>
            </a:pPr>
            <a:r>
              <a:rPr lang="en-IN" dirty="0"/>
              <a:t>	df1.join(df2, "id")</a:t>
            </a:r>
          </a:p>
          <a:p>
            <a:pPr>
              <a:spcBef>
                <a:spcPts val="600"/>
              </a:spcBef>
            </a:pPr>
            <a:r>
              <a:rPr lang="en-IN" b="1" dirty="0"/>
              <a:t>Spark does: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Logical Plan created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Catalyst Optimizer </a:t>
            </a:r>
            <a:r>
              <a:rPr lang="en-IN" dirty="0" err="1"/>
              <a:t>analyzes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Chooses physical join strategy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Executes across executors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Possibly shuffles data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Combines matching rows</a:t>
            </a:r>
          </a:p>
          <a:p>
            <a:pPr>
              <a:spcBef>
                <a:spcPts val="600"/>
              </a:spcBef>
            </a:pPr>
            <a:r>
              <a:rPr lang="en-IN" b="1" dirty="0"/>
              <a:t>When Spark Chooses Strategy Automatically</a:t>
            </a:r>
          </a:p>
          <a:p>
            <a:pPr>
              <a:spcBef>
                <a:spcPts val="600"/>
              </a:spcBef>
            </a:pPr>
            <a:r>
              <a:rPr lang="en-IN" dirty="0"/>
              <a:t>Spark decides based on: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Table size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/>
              <a:t>spark.sql.autoBroadcastJoinThreshold</a:t>
            </a:r>
            <a:r>
              <a:rPr lang="en-IN" dirty="0"/>
              <a:t> (default 10MB)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Join type (inner, outer, cross)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Spark version</a:t>
            </a:r>
          </a:p>
          <a:p>
            <a:pPr>
              <a:spcBef>
                <a:spcPts val="600"/>
              </a:spcBef>
            </a:pPr>
            <a:r>
              <a:rPr lang="en-IN" dirty="0"/>
              <a:t>Example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Small + Large → Broadcast Hash Join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Large + Large → Sort Merge Join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3309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4D14B6-0D04-76D3-1BD4-0855E7CD94FF}"/>
              </a:ext>
            </a:extLst>
          </p:cNvPr>
          <p:cNvSpPr txBox="1"/>
          <p:nvPr/>
        </p:nvSpPr>
        <p:spPr>
          <a:xfrm>
            <a:off x="345057" y="207034"/>
            <a:ext cx="10593238" cy="694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Broadcast Hash Join</a:t>
            </a:r>
          </a:p>
          <a:p>
            <a:pPr>
              <a:spcBef>
                <a:spcPts val="600"/>
              </a:spcBef>
            </a:pPr>
            <a:r>
              <a:rPr lang="en-US" dirty="0"/>
              <a:t>	If one table is small, Spark sends (broadcasts) it to all executors.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 When Spark Uses It</a:t>
            </a:r>
          </a:p>
          <a:p>
            <a:pPr>
              <a:spcBef>
                <a:spcPts val="600"/>
              </a:spcBef>
            </a:pPr>
            <a:r>
              <a:rPr lang="en-US" b="1" dirty="0"/>
              <a:t>	</a:t>
            </a:r>
            <a:r>
              <a:rPr lang="en-US" dirty="0"/>
              <a:t>One table &lt; 10MB (default)</a:t>
            </a:r>
          </a:p>
          <a:p>
            <a:pPr>
              <a:spcBef>
                <a:spcPts val="600"/>
              </a:spcBef>
            </a:pPr>
            <a:r>
              <a:rPr lang="en-US" dirty="0"/>
              <a:t>	</a:t>
            </a:r>
            <a:r>
              <a:rPr lang="en-US" dirty="0" err="1"/>
              <a:t>Equi</a:t>
            </a:r>
            <a:r>
              <a:rPr lang="en-US" dirty="0"/>
              <a:t>-join (= condition)</a:t>
            </a:r>
          </a:p>
          <a:p>
            <a:pPr>
              <a:spcBef>
                <a:spcPts val="600"/>
              </a:spcBef>
            </a:pPr>
            <a:r>
              <a:rPr lang="en-US" b="1" dirty="0"/>
              <a:t>When To Use</a:t>
            </a:r>
          </a:p>
          <a:p>
            <a:pPr>
              <a:spcBef>
                <a:spcPts val="600"/>
              </a:spcBef>
            </a:pPr>
            <a:r>
              <a:rPr lang="en-US" b="1" dirty="0"/>
              <a:t>	</a:t>
            </a:r>
            <a:r>
              <a:rPr lang="en-US" dirty="0"/>
              <a:t>Small dimension table</a:t>
            </a:r>
          </a:p>
          <a:p>
            <a:pPr>
              <a:spcBef>
                <a:spcPts val="600"/>
              </a:spcBef>
            </a:pPr>
            <a:r>
              <a:rPr lang="en-US" dirty="0"/>
              <a:t>	Large fact table</a:t>
            </a:r>
          </a:p>
          <a:p>
            <a:pPr>
              <a:spcBef>
                <a:spcPts val="600"/>
              </a:spcBef>
            </a:pPr>
            <a:r>
              <a:rPr lang="en-US" b="1" dirty="0"/>
              <a:t>When NOT To Use</a:t>
            </a:r>
          </a:p>
          <a:p>
            <a:pPr>
              <a:spcBef>
                <a:spcPts val="600"/>
              </a:spcBef>
            </a:pPr>
            <a:r>
              <a:rPr lang="en-US" dirty="0"/>
              <a:t>	Small table &gt; memory</a:t>
            </a:r>
          </a:p>
          <a:p>
            <a:pPr>
              <a:spcBef>
                <a:spcPts val="600"/>
              </a:spcBef>
            </a:pPr>
            <a:r>
              <a:rPr lang="en-US" dirty="0"/>
              <a:t>	Both tables large</a:t>
            </a:r>
          </a:p>
          <a:p>
            <a:pPr algn="l"/>
            <a:endParaRPr lang="en-US" b="1" i="0" dirty="0">
              <a:effectLst/>
              <a:latin typeface="monaSans"/>
            </a:endParaRPr>
          </a:p>
          <a:p>
            <a:pPr algn="l"/>
            <a:r>
              <a:rPr lang="en-US" b="1" i="0" dirty="0">
                <a:effectLst/>
                <a:latin typeface="monaSans"/>
              </a:rPr>
              <a:t>Step-by-Step Internal Working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Driver identifies small table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Small table collected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Broadcast to all executors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Executors build hash table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Large table scanned</a:t>
            </a:r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Matching done locally (no shuffle)</a:t>
            </a:r>
          </a:p>
          <a:p>
            <a:pPr>
              <a:spcBef>
                <a:spcPts val="600"/>
              </a:spcBef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04685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0EA753-9CC4-3C41-B978-86CD7DBC5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914" y="263480"/>
            <a:ext cx="5469146" cy="1759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D60441-FF71-29DB-15D3-C00C7C16E07E}"/>
              </a:ext>
            </a:extLst>
          </p:cNvPr>
          <p:cNvSpPr txBox="1"/>
          <p:nvPr/>
        </p:nvSpPr>
        <p:spPr>
          <a:xfrm>
            <a:off x="453965" y="2210162"/>
            <a:ext cx="959904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 No shuffle</a:t>
            </a:r>
          </a:p>
          <a:p>
            <a:pPr lvl="1"/>
            <a:r>
              <a:rPr lang="en-IN" dirty="0"/>
              <a:t>Very fast</a:t>
            </a:r>
          </a:p>
          <a:p>
            <a:pPr lvl="1"/>
            <a:r>
              <a:rPr lang="en-IN" dirty="0" err="1"/>
              <a:t>PySpark</a:t>
            </a:r>
            <a:r>
              <a:rPr lang="en-IN" dirty="0"/>
              <a:t> Code</a:t>
            </a:r>
          </a:p>
          <a:p>
            <a:r>
              <a:rPr lang="en-IN" b="1" dirty="0"/>
              <a:t>Python</a:t>
            </a:r>
          </a:p>
          <a:p>
            <a:r>
              <a:rPr lang="en-IN" dirty="0"/>
              <a:t>	from </a:t>
            </a:r>
            <a:r>
              <a:rPr lang="en-IN" dirty="0" err="1"/>
              <a:t>pyspark.sql.functions</a:t>
            </a:r>
            <a:r>
              <a:rPr lang="en-IN" dirty="0"/>
              <a:t> import broadcast</a:t>
            </a:r>
          </a:p>
          <a:p>
            <a:r>
              <a:rPr lang="en-IN" dirty="0"/>
              <a:t>	result = </a:t>
            </a:r>
            <a:r>
              <a:rPr lang="en-IN" dirty="0" err="1"/>
              <a:t>orders.join</a:t>
            </a:r>
            <a:r>
              <a:rPr lang="en-IN" dirty="0"/>
              <a:t>(broadcast(customers), "</a:t>
            </a:r>
            <a:r>
              <a:rPr lang="en-IN" dirty="0" err="1"/>
              <a:t>customer_id</a:t>
            </a:r>
            <a:r>
              <a:rPr lang="en-IN" dirty="0"/>
              <a:t>")</a:t>
            </a:r>
          </a:p>
          <a:p>
            <a:endParaRPr lang="en-IN" b="1" dirty="0"/>
          </a:p>
          <a:p>
            <a:r>
              <a:rPr lang="en-IN" b="1" dirty="0"/>
              <a:t>SQL</a:t>
            </a:r>
          </a:p>
          <a:p>
            <a:r>
              <a:rPr lang="en-IN" dirty="0"/>
              <a:t>	SELECT /*+ BROADCAST(customers) */    * FROM orders</a:t>
            </a:r>
          </a:p>
          <a:p>
            <a:r>
              <a:rPr lang="en-IN" dirty="0"/>
              <a:t>	JOIN customers</a:t>
            </a:r>
          </a:p>
          <a:p>
            <a:r>
              <a:rPr lang="en-IN" dirty="0"/>
              <a:t>	ON </a:t>
            </a:r>
            <a:r>
              <a:rPr lang="en-IN" dirty="0" err="1"/>
              <a:t>orders.customer_id</a:t>
            </a:r>
            <a:r>
              <a:rPr lang="en-IN" dirty="0"/>
              <a:t> = </a:t>
            </a:r>
            <a:r>
              <a:rPr lang="en-IN" dirty="0" err="1"/>
              <a:t>customers.customer_id</a:t>
            </a:r>
            <a:r>
              <a:rPr lang="en-IN" dirty="0"/>
              <a:t>;</a:t>
            </a:r>
          </a:p>
          <a:p>
            <a:pPr algn="l"/>
            <a:r>
              <a:rPr lang="en-US" b="1" i="0" dirty="0">
                <a:effectLst/>
                <a:latin typeface="monaSans"/>
              </a:rPr>
              <a:t>Performance Impact</a:t>
            </a:r>
          </a:p>
          <a:p>
            <a:pPr algn="l"/>
            <a:r>
              <a:rPr lang="en-US" b="0" i="0" dirty="0">
                <a:effectLst/>
                <a:latin typeface="Inter"/>
              </a:rPr>
              <a:t>	 Fastest join</a:t>
            </a:r>
            <a:br>
              <a:rPr lang="en-US" b="0" i="0" dirty="0">
                <a:effectLst/>
                <a:latin typeface="Inter"/>
              </a:rPr>
            </a:br>
            <a:r>
              <a:rPr lang="en-US" b="0" i="0" dirty="0">
                <a:effectLst/>
                <a:latin typeface="Inter"/>
              </a:rPr>
              <a:t>	No shuffle</a:t>
            </a:r>
            <a:br>
              <a:rPr lang="en-US" b="0" i="0" dirty="0">
                <a:effectLst/>
                <a:latin typeface="Inter"/>
              </a:rPr>
            </a:br>
            <a:r>
              <a:rPr lang="en-US" b="0" i="0" dirty="0">
                <a:effectLst/>
                <a:latin typeface="Inter"/>
              </a:rPr>
              <a:t>	Uses executor memory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0951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D60441-FF71-29DB-15D3-C00C7C16E07E}"/>
              </a:ext>
            </a:extLst>
          </p:cNvPr>
          <p:cNvSpPr txBox="1"/>
          <p:nvPr/>
        </p:nvSpPr>
        <p:spPr>
          <a:xfrm>
            <a:off x="212426" y="217460"/>
            <a:ext cx="9599044" cy="6078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Shuffle Hash Join</a:t>
            </a:r>
          </a:p>
          <a:p>
            <a:pPr>
              <a:spcBef>
                <a:spcPts val="600"/>
              </a:spcBef>
            </a:pPr>
            <a:r>
              <a:rPr lang="en-US" dirty="0"/>
              <a:t>	Both tables are shuffled by join key.</a:t>
            </a:r>
          </a:p>
          <a:p>
            <a:pPr>
              <a:spcBef>
                <a:spcPts val="600"/>
              </a:spcBef>
            </a:pPr>
            <a:r>
              <a:rPr lang="en-US" dirty="0"/>
              <a:t>	Each executor builds hash table locally.</a:t>
            </a:r>
          </a:p>
          <a:p>
            <a:pPr>
              <a:spcBef>
                <a:spcPts val="600"/>
              </a:spcBef>
            </a:pPr>
            <a:r>
              <a:rPr lang="en-US" b="1" dirty="0"/>
              <a:t>When Spark Uses It</a:t>
            </a:r>
          </a:p>
          <a:p>
            <a:pPr lvl="1">
              <a:spcBef>
                <a:spcPts val="600"/>
              </a:spcBef>
            </a:pPr>
            <a:r>
              <a:rPr lang="en-US" dirty="0" err="1"/>
              <a:t>Equi</a:t>
            </a:r>
            <a:r>
              <a:rPr lang="en-US" dirty="0"/>
              <a:t>-join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Medium sized tables</a:t>
            </a:r>
          </a:p>
          <a:p>
            <a:pPr>
              <a:spcBef>
                <a:spcPts val="600"/>
              </a:spcBef>
            </a:pPr>
            <a:r>
              <a:rPr lang="en-US" dirty="0"/>
              <a:t>	When sort merge disabled</a:t>
            </a:r>
          </a:p>
          <a:p>
            <a:pPr>
              <a:spcBef>
                <a:spcPts val="600"/>
              </a:spcBef>
            </a:pPr>
            <a:r>
              <a:rPr lang="en-US" b="1" dirty="0"/>
              <a:t>Internal Steps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Both tables shuffled by key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Same keys go to same executor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One side builds hash map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Other side probes hash</a:t>
            </a:r>
          </a:p>
          <a:p>
            <a:pPr algn="l"/>
            <a:r>
              <a:rPr lang="en-US" b="1" i="0" dirty="0">
                <a:effectLst/>
                <a:latin typeface="monaSans"/>
              </a:rPr>
              <a:t>Performance</a:t>
            </a:r>
          </a:p>
          <a:p>
            <a:pPr lvl="1"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⚠️ Shuffle required</a:t>
            </a:r>
            <a:br>
              <a:rPr lang="en-US" b="0" i="0" dirty="0">
                <a:effectLst/>
                <a:latin typeface="Inter"/>
              </a:rPr>
            </a:br>
            <a:r>
              <a:rPr lang="en-US" b="0" i="0" dirty="0">
                <a:effectLst/>
                <a:latin typeface="Inter"/>
              </a:rPr>
              <a:t>⚠️ Network heavy</a:t>
            </a:r>
            <a:br>
              <a:rPr lang="en-US" b="0" i="0" dirty="0">
                <a:effectLst/>
                <a:latin typeface="Inter"/>
              </a:rPr>
            </a:br>
            <a:r>
              <a:rPr lang="en-US" b="0" i="0" dirty="0">
                <a:effectLst/>
                <a:latin typeface="Inter"/>
              </a:rPr>
              <a:t>✅ Faster than sort merge sometimes</a:t>
            </a:r>
          </a:p>
          <a:p>
            <a:pPr lvl="1">
              <a:spcBef>
                <a:spcPts val="600"/>
              </a:spcBef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840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D60441-FF71-29DB-15D3-C00C7C16E07E}"/>
              </a:ext>
            </a:extLst>
          </p:cNvPr>
          <p:cNvSpPr txBox="1"/>
          <p:nvPr/>
        </p:nvSpPr>
        <p:spPr>
          <a:xfrm>
            <a:off x="212426" y="217460"/>
            <a:ext cx="95990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effectLst/>
                <a:latin typeface="monaSans"/>
              </a:rPr>
              <a:t>Data Before Shuffle (Distributed Across Cluster)</a:t>
            </a:r>
          </a:p>
          <a:p>
            <a:pPr lvl="1"/>
            <a:r>
              <a:rPr lang="en-US" b="0" i="0" dirty="0">
                <a:effectLst/>
                <a:latin typeface="Inter"/>
              </a:rPr>
              <a:t>Assume we have </a:t>
            </a:r>
            <a:r>
              <a:rPr lang="en-US" b="1" i="0" dirty="0">
                <a:effectLst/>
                <a:latin typeface="Inter"/>
              </a:rPr>
              <a:t>2 executors</a:t>
            </a:r>
            <a:br>
              <a:rPr lang="en-US" b="0" i="0" dirty="0">
                <a:effectLst/>
                <a:latin typeface="Inter"/>
              </a:rPr>
            </a:br>
            <a:r>
              <a:rPr lang="en-US" b="0" i="0" dirty="0">
                <a:effectLst/>
                <a:latin typeface="Inter"/>
              </a:rPr>
              <a:t>Each table has </a:t>
            </a:r>
            <a:r>
              <a:rPr lang="en-US" b="1" i="0" dirty="0">
                <a:effectLst/>
                <a:latin typeface="Inter"/>
              </a:rPr>
              <a:t>2 partitions</a:t>
            </a:r>
            <a:endParaRPr lang="en-US" b="0" i="0" dirty="0">
              <a:effectLst/>
              <a:latin typeface="Inter"/>
            </a:endParaRPr>
          </a:p>
          <a:p>
            <a:pPr algn="l"/>
            <a:br>
              <a:rPr lang="en-US" b="1" dirty="0"/>
            </a:br>
            <a:r>
              <a:rPr lang="en-IN" b="1" i="0" dirty="0">
                <a:effectLst/>
                <a:latin typeface="monaSans"/>
              </a:rPr>
              <a:t>Orders Table (Large Table)</a:t>
            </a:r>
          </a:p>
          <a:p>
            <a:br>
              <a:rPr lang="en-IN" dirty="0"/>
            </a:b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81373D-3C25-7110-F71E-EBCACB8C8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124841"/>
              </p:ext>
            </p:extLst>
          </p:nvPr>
        </p:nvGraphicFramePr>
        <p:xfrm>
          <a:off x="301927" y="1871934"/>
          <a:ext cx="3387895" cy="2737282"/>
        </p:xfrm>
        <a:graphic>
          <a:graphicData uri="http://schemas.openxmlformats.org/drawingml/2006/table">
            <a:tbl>
              <a:tblPr/>
              <a:tblGrid>
                <a:gridCol w="1068405">
                  <a:extLst>
                    <a:ext uri="{9D8B030D-6E8A-4147-A177-3AD203B41FA5}">
                      <a16:colId xmlns:a16="http://schemas.microsoft.com/office/drawing/2014/main" val="2366010001"/>
                    </a:ext>
                  </a:extLst>
                </a:gridCol>
                <a:gridCol w="1159745">
                  <a:extLst>
                    <a:ext uri="{9D8B030D-6E8A-4147-A177-3AD203B41FA5}">
                      <a16:colId xmlns:a16="http://schemas.microsoft.com/office/drawing/2014/main" val="1760599171"/>
                    </a:ext>
                  </a:extLst>
                </a:gridCol>
                <a:gridCol w="1159745">
                  <a:extLst>
                    <a:ext uri="{9D8B030D-6E8A-4147-A177-3AD203B41FA5}">
                      <a16:colId xmlns:a16="http://schemas.microsoft.com/office/drawing/2014/main" val="1001172728"/>
                    </a:ext>
                  </a:extLst>
                </a:gridCol>
              </a:tblGrid>
              <a:tr h="833086">
                <a:tc>
                  <a:txBody>
                    <a:bodyPr/>
                    <a:lstStyle/>
                    <a:p>
                      <a:pPr algn="l" fontAlgn="b"/>
                      <a:r>
                        <a:rPr lang="en-IN" b="1">
                          <a:solidFill>
                            <a:srgbClr val="252523"/>
                          </a:solidFill>
                          <a:effectLst/>
                        </a:rPr>
                        <a:t>order_id</a:t>
                      </a:r>
                    </a:p>
                  </a:txBody>
                  <a:tcPr anchor="b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b="1">
                          <a:solidFill>
                            <a:srgbClr val="252523"/>
                          </a:solidFill>
                          <a:effectLst/>
                        </a:rPr>
                        <a:t>customer_id</a:t>
                      </a:r>
                    </a:p>
                  </a:txBody>
                  <a:tcPr anchor="b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b="1">
                          <a:solidFill>
                            <a:srgbClr val="252523"/>
                          </a:solidFill>
                          <a:effectLst/>
                        </a:rPr>
                        <a:t>amount</a:t>
                      </a:r>
                    </a:p>
                  </a:txBody>
                  <a:tcPr anchor="b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649035"/>
                  </a:ext>
                </a:extLst>
              </a:tr>
              <a:tr h="476049">
                <a:tc>
                  <a:txBody>
                    <a:bodyPr/>
                    <a:lstStyle/>
                    <a:p>
                      <a:pPr algn="l" fontAlgn="base"/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136758"/>
                  </a:ext>
                </a:extLst>
              </a:tr>
              <a:tr h="476049">
                <a:tc>
                  <a:txBody>
                    <a:bodyPr/>
                    <a:lstStyle/>
                    <a:p>
                      <a:pPr algn="l" fontAlgn="base"/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150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597586"/>
                  </a:ext>
                </a:extLst>
              </a:tr>
              <a:tr h="476049"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103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064278"/>
                  </a:ext>
                </a:extLst>
              </a:tr>
              <a:tr h="476049">
                <a:tc>
                  <a:txBody>
                    <a:bodyPr/>
                    <a:lstStyle/>
                    <a:p>
                      <a:pPr algn="l" fontAlgn="base"/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104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500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1362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35424E1-4645-9D3E-8AD2-A2EF8B8AD530}"/>
              </a:ext>
            </a:extLst>
          </p:cNvPr>
          <p:cNvSpPr txBox="1"/>
          <p:nvPr/>
        </p:nvSpPr>
        <p:spPr>
          <a:xfrm>
            <a:off x="3978574" y="1285867"/>
            <a:ext cx="3120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Current Distribution (Random)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85794A-B47B-0A46-F00F-90C08DD38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7752" y="1871934"/>
            <a:ext cx="4110213" cy="257067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01BEF1-9877-14E5-6C77-C887147A7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952983"/>
              </p:ext>
            </p:extLst>
          </p:nvPr>
        </p:nvGraphicFramePr>
        <p:xfrm>
          <a:off x="301927" y="4822166"/>
          <a:ext cx="3416060" cy="1787988"/>
        </p:xfrm>
        <a:graphic>
          <a:graphicData uri="http://schemas.openxmlformats.org/drawingml/2006/table">
            <a:tbl>
              <a:tblPr/>
              <a:tblGrid>
                <a:gridCol w="1708030">
                  <a:extLst>
                    <a:ext uri="{9D8B030D-6E8A-4147-A177-3AD203B41FA5}">
                      <a16:colId xmlns:a16="http://schemas.microsoft.com/office/drawing/2014/main" val="2052539094"/>
                    </a:ext>
                  </a:extLst>
                </a:gridCol>
                <a:gridCol w="1708030">
                  <a:extLst>
                    <a:ext uri="{9D8B030D-6E8A-4147-A177-3AD203B41FA5}">
                      <a16:colId xmlns:a16="http://schemas.microsoft.com/office/drawing/2014/main" val="3445185926"/>
                    </a:ext>
                  </a:extLst>
                </a:gridCol>
              </a:tblGrid>
              <a:tr h="446997">
                <a:tc>
                  <a:txBody>
                    <a:bodyPr/>
                    <a:lstStyle/>
                    <a:p>
                      <a:pPr algn="l" fontAlgn="b"/>
                      <a:r>
                        <a:rPr lang="en-IN" b="1" dirty="0" err="1">
                          <a:solidFill>
                            <a:schemeClr val="bg1"/>
                          </a:solidFill>
                          <a:effectLst/>
                        </a:rPr>
                        <a:t>customer_id</a:t>
                      </a:r>
                      <a:endParaRPr lang="en-IN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b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b="1" dirty="0">
                          <a:solidFill>
                            <a:schemeClr val="bg1"/>
                          </a:solidFill>
                          <a:effectLst/>
                        </a:rPr>
                        <a:t>name</a:t>
                      </a:r>
                    </a:p>
                  </a:txBody>
                  <a:tcPr anchor="b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163004"/>
                  </a:ext>
                </a:extLst>
              </a:tr>
              <a:tr h="446997">
                <a:tc>
                  <a:txBody>
                    <a:bodyPr/>
                    <a:lstStyle/>
                    <a:p>
                      <a:pPr algn="l" fontAlgn="base"/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05525"/>
                  </a:ext>
                </a:extLst>
              </a:tr>
              <a:tr h="446997"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Mary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63615"/>
                  </a:ext>
                </a:extLst>
              </a:tr>
              <a:tr h="446997"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dirty="0">
                          <a:solidFill>
                            <a:schemeClr val="bg1"/>
                          </a:solidFill>
                          <a:effectLst/>
                        </a:rPr>
                        <a:t>Sam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25621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84A5055-3CC1-6EEF-581F-DE75D3284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4620" y="4684144"/>
            <a:ext cx="4153345" cy="19260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A0D0BC-D852-E45B-7860-3A11FC1E18E2}"/>
              </a:ext>
            </a:extLst>
          </p:cNvPr>
          <p:cNvSpPr txBox="1"/>
          <p:nvPr/>
        </p:nvSpPr>
        <p:spPr>
          <a:xfrm>
            <a:off x="6077117" y="2112259"/>
            <a:ext cx="320747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effectLst/>
                <a:latin typeface="monaSans"/>
              </a:rPr>
              <a:t>Problem Before Shuffle</a:t>
            </a:r>
          </a:p>
          <a:p>
            <a:pPr algn="l"/>
            <a:r>
              <a:rPr lang="en-US" b="0" i="0" dirty="0">
                <a:effectLst/>
                <a:latin typeface="Inter"/>
              </a:rPr>
              <a:t>Look at key = 1</a:t>
            </a:r>
          </a:p>
          <a:p>
            <a:pPr algn="l"/>
            <a:r>
              <a:rPr lang="en-US" b="0" i="0" dirty="0">
                <a:effectLst/>
                <a:latin typeface="Inter"/>
              </a:rPr>
              <a:t>Orders for </a:t>
            </a:r>
            <a:r>
              <a:rPr lang="en-US" b="0" i="0" dirty="0" err="1">
                <a:effectLst/>
                <a:latin typeface="Inter"/>
              </a:rPr>
              <a:t>customer_id</a:t>
            </a:r>
            <a:r>
              <a:rPr lang="en-US" b="0" i="0" dirty="0">
                <a:effectLst/>
                <a:latin typeface="Inter"/>
              </a:rPr>
              <a:t>=1 are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Executor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Executor 2</a:t>
            </a:r>
          </a:p>
          <a:p>
            <a:pPr algn="l"/>
            <a:r>
              <a:rPr lang="en-US" b="0" i="0" dirty="0">
                <a:effectLst/>
                <a:latin typeface="Inter"/>
              </a:rPr>
              <a:t>Customer row for id=1 is only in: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Executor 1</a:t>
            </a:r>
          </a:p>
          <a:p>
            <a:pPr lvl="1"/>
            <a:r>
              <a:rPr lang="en-US" b="0" i="0" dirty="0">
                <a:effectLst/>
                <a:latin typeface="Inter"/>
              </a:rPr>
              <a:t>👉 Data is scattered</a:t>
            </a:r>
            <a:br>
              <a:rPr lang="en-US" b="0" i="0" dirty="0">
                <a:effectLst/>
                <a:latin typeface="Inter"/>
              </a:rPr>
            </a:br>
            <a:r>
              <a:rPr lang="en-US" b="0" i="0" dirty="0">
                <a:effectLst/>
                <a:latin typeface="Inter"/>
              </a:rPr>
              <a:t>👉 Same key is NOT in same location</a:t>
            </a:r>
            <a:br>
              <a:rPr lang="en-US" b="0" i="0" dirty="0">
                <a:effectLst/>
                <a:latin typeface="Inter"/>
              </a:rPr>
            </a:br>
            <a:r>
              <a:rPr lang="en-US" b="0" i="0" dirty="0">
                <a:effectLst/>
                <a:latin typeface="Inter"/>
              </a:rPr>
              <a:t>👉 Join cannot happen yet</a:t>
            </a:r>
          </a:p>
          <a:p>
            <a:pPr algn="l"/>
            <a:r>
              <a:rPr lang="en-US" b="0" i="0" dirty="0">
                <a:effectLst/>
                <a:latin typeface="Inter"/>
              </a:rPr>
              <a:t>So Spark performs SHUFFLE.</a:t>
            </a:r>
          </a:p>
        </p:txBody>
      </p:sp>
    </p:spTree>
    <p:extLst>
      <p:ext uri="{BB962C8B-B14F-4D97-AF65-F5344CB8AC3E}">
        <p14:creationId xmlns:p14="http://schemas.microsoft.com/office/powerpoint/2010/main" val="3173642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D60441-FF71-29DB-15D3-C00C7C16E07E}"/>
              </a:ext>
            </a:extLst>
          </p:cNvPr>
          <p:cNvSpPr txBox="1"/>
          <p:nvPr/>
        </p:nvSpPr>
        <p:spPr>
          <a:xfrm>
            <a:off x="212426" y="217460"/>
            <a:ext cx="95990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effectLst/>
                <a:latin typeface="monaSans"/>
              </a:rPr>
              <a:t>After Shuffle</a:t>
            </a:r>
          </a:p>
          <a:p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9ED8E9-407C-FE63-40A0-95135875D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09" y="1797553"/>
            <a:ext cx="7391780" cy="23658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E95470-7132-FBBA-099B-AE127E7230D9}"/>
              </a:ext>
            </a:extLst>
          </p:cNvPr>
          <p:cNvSpPr txBox="1"/>
          <p:nvPr/>
        </p:nvSpPr>
        <p:spPr>
          <a:xfrm>
            <a:off x="841481" y="4390732"/>
            <a:ext cx="6094562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b="1" i="0" dirty="0">
                <a:effectLst/>
                <a:latin typeface="monaSans"/>
              </a:rPr>
              <a:t>Now What Happened?</a:t>
            </a:r>
          </a:p>
          <a:p>
            <a:pPr lvl="1"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✅ All rows with </a:t>
            </a:r>
            <a:r>
              <a:rPr lang="en-US" b="0" i="0" dirty="0" err="1">
                <a:effectLst/>
                <a:latin typeface="Inter"/>
              </a:rPr>
              <a:t>customer_id</a:t>
            </a:r>
            <a:r>
              <a:rPr lang="en-US" b="0" i="0" dirty="0">
                <a:effectLst/>
                <a:latin typeface="Inter"/>
              </a:rPr>
              <a:t> = 1 are together</a:t>
            </a:r>
            <a:br>
              <a:rPr lang="en-US" b="0" i="0" dirty="0">
                <a:effectLst/>
                <a:latin typeface="Inter"/>
              </a:rPr>
            </a:br>
            <a:r>
              <a:rPr lang="en-US" b="0" i="0" dirty="0">
                <a:effectLst/>
                <a:latin typeface="Inter"/>
              </a:rPr>
              <a:t>✅ All rows with </a:t>
            </a:r>
            <a:r>
              <a:rPr lang="en-US" b="0" i="0" dirty="0" err="1">
                <a:effectLst/>
                <a:latin typeface="Inter"/>
              </a:rPr>
              <a:t>customer_id</a:t>
            </a:r>
            <a:r>
              <a:rPr lang="en-US" b="0" i="0" dirty="0">
                <a:effectLst/>
                <a:latin typeface="Inter"/>
              </a:rPr>
              <a:t> = 2 are together</a:t>
            </a:r>
            <a:br>
              <a:rPr lang="en-US" b="0" i="0" dirty="0">
                <a:effectLst/>
                <a:latin typeface="Inter"/>
              </a:rPr>
            </a:br>
            <a:r>
              <a:rPr lang="en-US" b="0" i="0" dirty="0">
                <a:effectLst/>
                <a:latin typeface="Inter"/>
              </a:rPr>
              <a:t>✅ All rows with </a:t>
            </a:r>
            <a:r>
              <a:rPr lang="en-US" b="0" i="0" dirty="0" err="1">
                <a:effectLst/>
                <a:latin typeface="Inter"/>
              </a:rPr>
              <a:t>customer_id</a:t>
            </a:r>
            <a:r>
              <a:rPr lang="en-US" b="0" i="0" dirty="0">
                <a:effectLst/>
                <a:latin typeface="Inter"/>
              </a:rPr>
              <a:t> = 3 are together</a:t>
            </a:r>
          </a:p>
          <a:p>
            <a:pPr algn="l"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Now join can happen LOCALLY inside each executor.</a:t>
            </a:r>
          </a:p>
          <a:p>
            <a:pPr algn="l"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No more cross-machine dependency.</a:t>
            </a:r>
          </a:p>
        </p:txBody>
      </p:sp>
    </p:spTree>
    <p:extLst>
      <p:ext uri="{BB962C8B-B14F-4D97-AF65-F5344CB8AC3E}">
        <p14:creationId xmlns:p14="http://schemas.microsoft.com/office/powerpoint/2010/main" val="4040374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D60441-FF71-29DB-15D3-C00C7C16E07E}"/>
              </a:ext>
            </a:extLst>
          </p:cNvPr>
          <p:cNvSpPr txBox="1"/>
          <p:nvPr/>
        </p:nvSpPr>
        <p:spPr>
          <a:xfrm>
            <a:off x="212426" y="217460"/>
            <a:ext cx="95990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dirty="0">
                <a:latin typeface="monaSans"/>
              </a:rPr>
              <a:t>Example</a:t>
            </a:r>
            <a:endParaRPr lang="en-IN" b="1" i="0" dirty="0">
              <a:effectLst/>
              <a:latin typeface="monaSans"/>
            </a:endParaRPr>
          </a:p>
          <a:p>
            <a:br>
              <a:rPr lang="en-IN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CF86FB-DA4A-03AA-36E6-0915A0ACEF19}"/>
              </a:ext>
            </a:extLst>
          </p:cNvPr>
          <p:cNvSpPr txBox="1"/>
          <p:nvPr/>
        </p:nvSpPr>
        <p:spPr>
          <a:xfrm>
            <a:off x="212426" y="921921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spark.conf.set</a:t>
            </a:r>
            <a:r>
              <a:rPr lang="en-IN" dirty="0"/>
              <a:t>("</a:t>
            </a:r>
            <a:r>
              <a:rPr lang="en-IN" dirty="0" err="1"/>
              <a:t>spark.sql.join.preferSortMergeJoin</a:t>
            </a:r>
            <a:r>
              <a:rPr lang="en-IN" dirty="0"/>
              <a:t>", "false")</a:t>
            </a:r>
          </a:p>
          <a:p>
            <a:endParaRPr lang="en-IN" dirty="0"/>
          </a:p>
          <a:p>
            <a:r>
              <a:rPr lang="en-IN" dirty="0"/>
              <a:t>result = </a:t>
            </a:r>
            <a:r>
              <a:rPr lang="en-IN" dirty="0" err="1"/>
              <a:t>orders.join</a:t>
            </a:r>
            <a:r>
              <a:rPr lang="en-IN" dirty="0"/>
              <a:t>(customers, "</a:t>
            </a:r>
            <a:r>
              <a:rPr lang="en-IN" dirty="0" err="1"/>
              <a:t>customer_id</a:t>
            </a:r>
            <a:r>
              <a:rPr lang="en-IN" dirty="0"/>
              <a:t>")</a:t>
            </a:r>
          </a:p>
          <a:p>
            <a:endParaRPr lang="en-IN" dirty="0"/>
          </a:p>
          <a:p>
            <a:r>
              <a:rPr lang="en-IN" dirty="0" err="1"/>
              <a:t>result.explain</a:t>
            </a:r>
            <a:r>
              <a:rPr lang="en-IN" dirty="0"/>
              <a:t>(True)</a:t>
            </a:r>
          </a:p>
        </p:txBody>
      </p:sp>
    </p:spTree>
    <p:extLst>
      <p:ext uri="{BB962C8B-B14F-4D97-AF65-F5344CB8AC3E}">
        <p14:creationId xmlns:p14="http://schemas.microsoft.com/office/powerpoint/2010/main" val="2922014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D60441-FF71-29DB-15D3-C00C7C16E07E}"/>
              </a:ext>
            </a:extLst>
          </p:cNvPr>
          <p:cNvSpPr txBox="1"/>
          <p:nvPr/>
        </p:nvSpPr>
        <p:spPr>
          <a:xfrm>
            <a:off x="212426" y="217460"/>
            <a:ext cx="95990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dirty="0">
                <a:latin typeface="monaSans"/>
              </a:rPr>
              <a:t>Example</a:t>
            </a:r>
            <a:endParaRPr lang="en-IN" b="1" i="0" dirty="0">
              <a:effectLst/>
              <a:latin typeface="monaSans"/>
            </a:endParaRPr>
          </a:p>
          <a:p>
            <a:br>
              <a:rPr lang="en-IN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CF86FB-DA4A-03AA-36E6-0915A0ACEF19}"/>
              </a:ext>
            </a:extLst>
          </p:cNvPr>
          <p:cNvSpPr txBox="1"/>
          <p:nvPr/>
        </p:nvSpPr>
        <p:spPr>
          <a:xfrm>
            <a:off x="212426" y="921921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spark.conf.set</a:t>
            </a:r>
            <a:r>
              <a:rPr lang="en-IN" dirty="0"/>
              <a:t>("</a:t>
            </a:r>
            <a:r>
              <a:rPr lang="en-IN" dirty="0" err="1"/>
              <a:t>spark.sql.join.preferSortMergeJoin</a:t>
            </a:r>
            <a:r>
              <a:rPr lang="en-IN" dirty="0"/>
              <a:t>", "false")</a:t>
            </a:r>
          </a:p>
          <a:p>
            <a:endParaRPr lang="en-IN" dirty="0"/>
          </a:p>
          <a:p>
            <a:r>
              <a:rPr lang="en-IN" dirty="0"/>
              <a:t>result = </a:t>
            </a:r>
            <a:r>
              <a:rPr lang="en-IN" dirty="0" err="1"/>
              <a:t>orders.join</a:t>
            </a:r>
            <a:r>
              <a:rPr lang="en-IN" dirty="0"/>
              <a:t>(customers, "</a:t>
            </a:r>
            <a:r>
              <a:rPr lang="en-IN" dirty="0" err="1"/>
              <a:t>customer_id</a:t>
            </a:r>
            <a:r>
              <a:rPr lang="en-IN" dirty="0"/>
              <a:t>")</a:t>
            </a:r>
          </a:p>
          <a:p>
            <a:endParaRPr lang="en-IN" dirty="0"/>
          </a:p>
          <a:p>
            <a:r>
              <a:rPr lang="en-IN" dirty="0" err="1"/>
              <a:t>result.explain</a:t>
            </a:r>
            <a:r>
              <a:rPr lang="en-IN" dirty="0"/>
              <a:t>(True)</a:t>
            </a:r>
          </a:p>
        </p:txBody>
      </p:sp>
    </p:spTree>
    <p:extLst>
      <p:ext uri="{BB962C8B-B14F-4D97-AF65-F5344CB8AC3E}">
        <p14:creationId xmlns:p14="http://schemas.microsoft.com/office/powerpoint/2010/main" val="3833542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D20692-79D6-F152-38A1-8182768A232E}"/>
              </a:ext>
            </a:extLst>
          </p:cNvPr>
          <p:cNvSpPr txBox="1"/>
          <p:nvPr/>
        </p:nvSpPr>
        <p:spPr>
          <a:xfrm>
            <a:off x="301925" y="414068"/>
            <a:ext cx="11404120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What is Sort Merge Join?</a:t>
            </a:r>
          </a:p>
          <a:p>
            <a:pPr>
              <a:spcBef>
                <a:spcPts val="600"/>
              </a:spcBef>
            </a:pPr>
            <a:r>
              <a:rPr lang="en-US" dirty="0"/>
              <a:t>It is a method Spark uses to join two large tables. Instead of trying to compare every row of Table A with every row of Table B (which would take forever), it </a:t>
            </a:r>
            <a:r>
              <a:rPr lang="en-US" b="1" dirty="0"/>
              <a:t>reorganizes</a:t>
            </a:r>
            <a:r>
              <a:rPr lang="en-US" dirty="0"/>
              <a:t> the data first so that matching rows are sitting right next to each other.</a:t>
            </a:r>
          </a:p>
          <a:p>
            <a:pPr>
              <a:spcBef>
                <a:spcPts val="600"/>
              </a:spcBef>
            </a:pPr>
            <a:r>
              <a:rPr lang="en-US" dirty="0"/>
              <a:t>Why Spark uses Sort Merge Join?</a:t>
            </a:r>
          </a:p>
          <a:p>
            <a:pPr>
              <a:spcBef>
                <a:spcPts val="600"/>
              </a:spcBef>
            </a:pPr>
            <a:r>
              <a:rPr lang="en-US" dirty="0"/>
              <a:t>In Big Data, we often cannot fit all data into the computer's Memory (RAM).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	Broadcast Join works if one table is tiny.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	Hash Join needs a lot of memory to build a map.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	Sort Merge Join is the hero because it doesn't need to load everything into memory at once. </a:t>
            </a:r>
          </a:p>
          <a:p>
            <a:pPr>
              <a:spcBef>
                <a:spcPts val="600"/>
              </a:spcBef>
            </a:pPr>
            <a:r>
              <a:rPr lang="en-US" b="1" dirty="0"/>
              <a:t>When does Spark choose this automatically?</a:t>
            </a:r>
          </a:p>
          <a:p>
            <a:pPr>
              <a:spcBef>
                <a:spcPts val="600"/>
              </a:spcBef>
            </a:pPr>
            <a:r>
              <a:rPr lang="en-US" dirty="0"/>
              <a:t>Spark is smart. It chooses SMJ when: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You are joining two Large tables.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Neither table is small enough to fit in the Broadcast threshold (default 10MB).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You are using equality joins (e.g., A.id == B.id).</a:t>
            </a:r>
          </a:p>
        </p:txBody>
      </p:sp>
    </p:spTree>
    <p:extLst>
      <p:ext uri="{BB962C8B-B14F-4D97-AF65-F5344CB8AC3E}">
        <p14:creationId xmlns:p14="http://schemas.microsoft.com/office/powerpoint/2010/main" val="1046524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D20692-79D6-F152-38A1-8182768A232E}"/>
              </a:ext>
            </a:extLst>
          </p:cNvPr>
          <p:cNvSpPr txBox="1"/>
          <p:nvPr/>
        </p:nvSpPr>
        <p:spPr>
          <a:xfrm>
            <a:off x="301925" y="414068"/>
            <a:ext cx="1140412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i="0" dirty="0">
                <a:effectLst/>
                <a:latin typeface="monaSans"/>
              </a:rPr>
              <a:t>STEP-BY-STEP INTERNAL WORKING</a:t>
            </a:r>
          </a:p>
          <a:p>
            <a:pPr>
              <a:spcBef>
                <a:spcPts val="600"/>
              </a:spcBef>
            </a:pPr>
            <a:r>
              <a:rPr lang="en-US" b="1" dirty="0"/>
              <a:t> Step 1:Logical Plan (The Brain)</a:t>
            </a:r>
          </a:p>
          <a:p>
            <a:pPr>
              <a:spcBef>
                <a:spcPts val="600"/>
              </a:spcBef>
            </a:pPr>
            <a:r>
              <a:rPr lang="en-US" dirty="0"/>
              <a:t>	Where: Driver Node.</a:t>
            </a:r>
          </a:p>
          <a:p>
            <a:pPr>
              <a:spcBef>
                <a:spcPts val="600"/>
              </a:spcBef>
            </a:pPr>
            <a:r>
              <a:rPr lang="en-US" dirty="0"/>
              <a:t>	Action: You write df1.join(df2, "id"). The Driver looks at the file sizes. It sees both are large. It decides: "I will use 	Sort Merge Join."</a:t>
            </a:r>
          </a:p>
          <a:p>
            <a:pPr>
              <a:spcBef>
                <a:spcPts val="600"/>
              </a:spcBef>
            </a:pPr>
            <a:r>
              <a:rPr lang="en-US" b="1" dirty="0"/>
              <a:t>Step 2: Physical Plan Selection</a:t>
            </a:r>
          </a:p>
          <a:p>
            <a:pPr>
              <a:spcBef>
                <a:spcPts val="600"/>
              </a:spcBef>
            </a:pPr>
            <a:r>
              <a:rPr lang="en-US" dirty="0"/>
              <a:t>	Where: Driver Node.</a:t>
            </a:r>
          </a:p>
          <a:p>
            <a:pPr>
              <a:spcBef>
                <a:spcPts val="600"/>
              </a:spcBef>
            </a:pPr>
            <a:r>
              <a:rPr lang="en-US" dirty="0"/>
              <a:t>	Action: The Driver instructs the Executors: "Prepare to Shuffle your data so matching keys end up on the same 	machine."</a:t>
            </a:r>
          </a:p>
          <a:p>
            <a:pPr>
              <a:spcBef>
                <a:spcPts val="600"/>
              </a:spcBef>
            </a:pPr>
            <a:r>
              <a:rPr lang="en-US" b="1" dirty="0"/>
              <a:t>Step 3: The Shuffle Phase (The Network Move)</a:t>
            </a:r>
          </a:p>
          <a:p>
            <a:pPr>
              <a:spcBef>
                <a:spcPts val="600"/>
              </a:spcBef>
            </a:pPr>
            <a:r>
              <a:rPr lang="en-US" dirty="0"/>
              <a:t>	Where: Between Executors.</a:t>
            </a:r>
          </a:p>
          <a:p>
            <a:pPr>
              <a:spcBef>
                <a:spcPts val="600"/>
              </a:spcBef>
            </a:pPr>
            <a:r>
              <a:rPr lang="en-US" dirty="0"/>
              <a:t>	Why: To join data, ID=100 from Table A and ID=100 from Table B must be on the same computer.</a:t>
            </a:r>
          </a:p>
          <a:p>
            <a:pPr>
              <a:spcBef>
                <a:spcPts val="600"/>
              </a:spcBef>
            </a:pPr>
            <a:r>
              <a:rPr lang="en-US" dirty="0"/>
              <a:t>	Action: Spark hashes the Join Key.</a:t>
            </a:r>
          </a:p>
        </p:txBody>
      </p:sp>
    </p:spTree>
    <p:extLst>
      <p:ext uri="{BB962C8B-B14F-4D97-AF65-F5344CB8AC3E}">
        <p14:creationId xmlns:p14="http://schemas.microsoft.com/office/powerpoint/2010/main" val="2970593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D20692-79D6-F152-38A1-8182768A232E}"/>
              </a:ext>
            </a:extLst>
          </p:cNvPr>
          <p:cNvSpPr txBox="1"/>
          <p:nvPr/>
        </p:nvSpPr>
        <p:spPr>
          <a:xfrm>
            <a:off x="301925" y="414068"/>
            <a:ext cx="1140412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i="0" dirty="0">
                <a:effectLst/>
                <a:latin typeface="monaSans"/>
              </a:rPr>
              <a:t>Step 4: The Sorting Phase (The Heavy Lifting)</a:t>
            </a:r>
          </a:p>
          <a:p>
            <a:pPr lvl="1">
              <a:spcBef>
                <a:spcPts val="600"/>
              </a:spcBef>
            </a:pPr>
            <a:r>
              <a:rPr lang="en-US" i="0" dirty="0">
                <a:effectLst/>
                <a:latin typeface="monaSans"/>
              </a:rPr>
              <a:t>Where: Inside Executors (Local Disk/RAM).</a:t>
            </a:r>
          </a:p>
          <a:p>
            <a:pPr lvl="1">
              <a:spcBef>
                <a:spcPts val="600"/>
              </a:spcBef>
            </a:pPr>
            <a:r>
              <a:rPr lang="en-US" i="0" dirty="0">
                <a:effectLst/>
                <a:latin typeface="monaSans"/>
              </a:rPr>
              <a:t>Why: Merging is only fast if data is sorted.</a:t>
            </a:r>
          </a:p>
          <a:p>
            <a:pPr>
              <a:spcBef>
                <a:spcPts val="600"/>
              </a:spcBef>
            </a:pPr>
            <a:r>
              <a:rPr lang="en-US" i="0" dirty="0">
                <a:effectLst/>
                <a:latin typeface="monaSans"/>
              </a:rPr>
              <a:t>	Action: Now that Executor 1 has all the data for its specific keys, it sorts Table A by ID and Table B by ID.</a:t>
            </a:r>
          </a:p>
          <a:p>
            <a:pPr>
              <a:spcBef>
                <a:spcPts val="600"/>
              </a:spcBef>
            </a:pPr>
            <a:r>
              <a:rPr lang="en-US" b="1" i="0" dirty="0">
                <a:effectLst/>
                <a:latin typeface="monaSans"/>
              </a:rPr>
              <a:t>Step 5: The Merge Phase (The Zipper)</a:t>
            </a:r>
          </a:p>
          <a:p>
            <a:pPr lvl="1">
              <a:spcBef>
                <a:spcPts val="600"/>
              </a:spcBef>
            </a:pPr>
            <a:r>
              <a:rPr lang="en-US" i="0" dirty="0">
                <a:effectLst/>
                <a:latin typeface="monaSans"/>
              </a:rPr>
              <a:t>Where: Inside Executors.</a:t>
            </a:r>
          </a:p>
          <a:p>
            <a:pPr lvl="1">
              <a:spcBef>
                <a:spcPts val="600"/>
              </a:spcBef>
            </a:pPr>
            <a:r>
              <a:rPr lang="en-US" i="0" dirty="0">
                <a:effectLst/>
                <a:latin typeface="monaSans"/>
              </a:rPr>
              <a:t>Action: The executor iterates through both sorted partitions simultaneously (like a zipper closing).</a:t>
            </a:r>
          </a:p>
          <a:p>
            <a:pPr lvl="1">
              <a:spcBef>
                <a:spcPts val="600"/>
              </a:spcBef>
            </a:pPr>
            <a:r>
              <a:rPr lang="en-US" i="0" dirty="0">
                <a:effectLst/>
                <a:latin typeface="monaSans"/>
              </a:rPr>
              <a:t>It does not need to store the whole table in RAM. It just looks at the "current" row of both tables.</a:t>
            </a:r>
          </a:p>
          <a:p>
            <a:pPr>
              <a:spcBef>
                <a:spcPts val="600"/>
              </a:spcBef>
            </a:pPr>
            <a:r>
              <a:rPr lang="en-US" b="1" i="0" dirty="0">
                <a:effectLst/>
                <a:latin typeface="monaSans"/>
              </a:rPr>
              <a:t>Step 6: Output Generation</a:t>
            </a:r>
          </a:p>
          <a:p>
            <a:pPr lvl="1">
              <a:spcBef>
                <a:spcPts val="600"/>
              </a:spcBef>
            </a:pPr>
            <a:r>
              <a:rPr lang="en-US" i="0" dirty="0">
                <a:effectLst/>
                <a:latin typeface="monaSans"/>
              </a:rPr>
              <a:t>Where: Executors.</a:t>
            </a:r>
          </a:p>
          <a:p>
            <a:pPr lvl="1">
              <a:spcBef>
                <a:spcPts val="600"/>
              </a:spcBef>
            </a:pPr>
            <a:r>
              <a:rPr lang="en-US" i="0" dirty="0">
                <a:effectLst/>
                <a:latin typeface="monaSans"/>
              </a:rPr>
              <a:t>Action: Matched rows are combined and sent to the next step (or saved to disk).</a:t>
            </a:r>
          </a:p>
        </p:txBody>
      </p:sp>
    </p:spTree>
    <p:extLst>
      <p:ext uri="{BB962C8B-B14F-4D97-AF65-F5344CB8AC3E}">
        <p14:creationId xmlns:p14="http://schemas.microsoft.com/office/powerpoint/2010/main" val="2602542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1C84E3-046E-7566-36BD-637D2900E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330850"/>
              </p:ext>
            </p:extLst>
          </p:nvPr>
        </p:nvGraphicFramePr>
        <p:xfrm>
          <a:off x="140508" y="874719"/>
          <a:ext cx="5080000" cy="1828800"/>
        </p:xfrm>
        <a:graphic>
          <a:graphicData uri="http://schemas.openxmlformats.org/drawingml/2006/table">
            <a:tbl>
              <a:tblPr/>
              <a:tblGrid>
                <a:gridCol w="2540000">
                  <a:extLst>
                    <a:ext uri="{9D8B030D-6E8A-4147-A177-3AD203B41FA5}">
                      <a16:colId xmlns:a16="http://schemas.microsoft.com/office/drawing/2014/main" val="2499251567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605357566"/>
                    </a:ext>
                  </a:extLst>
                </a:gridCol>
              </a:tblGrid>
              <a:tr h="170747">
                <a:tc>
                  <a:txBody>
                    <a:bodyPr/>
                    <a:lstStyle/>
                    <a:p>
                      <a:pPr algn="l" fontAlgn="b"/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</a:rPr>
                        <a:t>ID</a:t>
                      </a:r>
                    </a:p>
                  </a:txBody>
                  <a:tcPr anchor="b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</a:rPr>
                        <a:t>Amount</a:t>
                      </a:r>
                    </a:p>
                  </a:txBody>
                  <a:tcPr anchor="b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785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effectLst/>
                        </a:rPr>
                        <a:t>$50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223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dirty="0">
                          <a:effectLst/>
                        </a:rPr>
                        <a:t>$10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025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effectLst/>
                        </a:rPr>
                        <a:t>$40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716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IN" dirty="0">
                          <a:effectLst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dirty="0">
                          <a:effectLst/>
                        </a:rPr>
                        <a:t>$20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9217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283CE5A-E4B9-3688-9FD9-DDF597FE3F67}"/>
              </a:ext>
            </a:extLst>
          </p:cNvPr>
          <p:cNvSpPr txBox="1"/>
          <p:nvPr/>
        </p:nvSpPr>
        <p:spPr>
          <a:xfrm>
            <a:off x="0" y="277541"/>
            <a:ext cx="5287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monaSans"/>
              </a:rPr>
              <a:t>1. Sample Data (Initially Randomly Distributed)(large)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4CE520-E4D5-6877-3D5F-123BDF2CD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083661"/>
              </p:ext>
            </p:extLst>
          </p:nvPr>
        </p:nvGraphicFramePr>
        <p:xfrm>
          <a:off x="5768281" y="797041"/>
          <a:ext cx="5080000" cy="1828800"/>
        </p:xfrm>
        <a:graphic>
          <a:graphicData uri="http://schemas.openxmlformats.org/drawingml/2006/table">
            <a:tbl>
              <a:tblPr/>
              <a:tblGrid>
                <a:gridCol w="2540000">
                  <a:extLst>
                    <a:ext uri="{9D8B030D-6E8A-4147-A177-3AD203B41FA5}">
                      <a16:colId xmlns:a16="http://schemas.microsoft.com/office/drawing/2014/main" val="416887156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4785287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</a:rPr>
                        <a:t>ID</a:t>
                      </a:r>
                    </a:p>
                  </a:txBody>
                  <a:tcPr anchor="b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</a:p>
                  </a:txBody>
                  <a:tcPr anchor="b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671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effectLst/>
                        </a:rPr>
                        <a:t>Bob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61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effectLst/>
                        </a:rPr>
                        <a:t>Dave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140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effectLst/>
                        </a:rPr>
                        <a:t>Alice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475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dirty="0">
                          <a:effectLst/>
                        </a:rPr>
                        <a:t>Carol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05059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0DA30B9-22E0-D130-38C4-F6EAF82E1120}"/>
              </a:ext>
            </a:extLst>
          </p:cNvPr>
          <p:cNvSpPr txBox="1"/>
          <p:nvPr/>
        </p:nvSpPr>
        <p:spPr>
          <a:xfrm>
            <a:off x="5768280" y="277541"/>
            <a:ext cx="5965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  <a:latin typeface="Inter"/>
              </a:rPr>
              <a:t>Table: CUSTOMERS (Large)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ED38F7-1CB2-DAC4-B4E7-273484B88550}"/>
              </a:ext>
            </a:extLst>
          </p:cNvPr>
          <p:cNvSpPr txBox="1"/>
          <p:nvPr/>
        </p:nvSpPr>
        <p:spPr>
          <a:xfrm>
            <a:off x="377407" y="2853687"/>
            <a:ext cx="528799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After Shuffle (Exchange)</a:t>
            </a:r>
          </a:p>
          <a:p>
            <a:r>
              <a:rPr lang="en-IN" dirty="0"/>
              <a:t>Spark redistributes data based on ID % 2 (Even/Odd).</a:t>
            </a:r>
          </a:p>
          <a:p>
            <a:endParaRPr lang="en-IN" dirty="0"/>
          </a:p>
          <a:p>
            <a:r>
              <a:rPr lang="en-IN" dirty="0"/>
              <a:t>Partition 1 (Odd IDs) - Held by Executor A</a:t>
            </a:r>
          </a:p>
          <a:p>
            <a:endParaRPr lang="en-IN" dirty="0"/>
          </a:p>
          <a:p>
            <a:r>
              <a:rPr lang="en-IN" dirty="0"/>
              <a:t>Orders: {ID:3, $50}, {ID:1, $10}</a:t>
            </a:r>
          </a:p>
          <a:p>
            <a:r>
              <a:rPr lang="en-IN" dirty="0"/>
              <a:t>Customers: {ID:1, Alice}, {ID:3, Carol}</a:t>
            </a:r>
          </a:p>
          <a:p>
            <a:endParaRPr lang="en-IN" dirty="0"/>
          </a:p>
          <a:p>
            <a:r>
              <a:rPr lang="en-IN" dirty="0"/>
              <a:t>Partition 2 (Even IDs) - Held by Executor B</a:t>
            </a:r>
          </a:p>
          <a:p>
            <a:endParaRPr lang="en-IN" dirty="0"/>
          </a:p>
          <a:p>
            <a:r>
              <a:rPr lang="en-IN" dirty="0"/>
              <a:t>Orders: {ID:4, $40}, {ID:2, $20}</a:t>
            </a:r>
          </a:p>
          <a:p>
            <a:r>
              <a:rPr lang="en-IN" dirty="0"/>
              <a:t>Customers: {ID:2, Bob}, {ID:4, Dave}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388B06-A20B-5982-DA4D-859A72933B46}"/>
              </a:ext>
            </a:extLst>
          </p:cNvPr>
          <p:cNvSpPr txBox="1"/>
          <p:nvPr/>
        </p:nvSpPr>
        <p:spPr>
          <a:xfrm>
            <a:off x="5855180" y="2921638"/>
            <a:ext cx="61204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After Sorting (Local Sort)</a:t>
            </a:r>
          </a:p>
          <a:p>
            <a:r>
              <a:rPr lang="en-IN" dirty="0"/>
              <a:t>Each Executor sorts its own data.</a:t>
            </a:r>
          </a:p>
          <a:p>
            <a:endParaRPr lang="en-IN" dirty="0"/>
          </a:p>
          <a:p>
            <a:r>
              <a:rPr lang="en-IN" dirty="0"/>
              <a:t>Partition 1 (Executor A)</a:t>
            </a:r>
          </a:p>
          <a:p>
            <a:endParaRPr lang="en-IN" dirty="0"/>
          </a:p>
          <a:p>
            <a:r>
              <a:rPr lang="en-IN" dirty="0"/>
              <a:t>Orders: 1 -&gt; 3</a:t>
            </a:r>
          </a:p>
          <a:p>
            <a:r>
              <a:rPr lang="en-IN" dirty="0"/>
              <a:t>Customers: 1 -&gt; 3</a:t>
            </a:r>
          </a:p>
          <a:p>
            <a:endParaRPr lang="en-IN" dirty="0"/>
          </a:p>
          <a:p>
            <a:r>
              <a:rPr lang="en-IN" dirty="0"/>
              <a:t>Partition 2 (Executor B)</a:t>
            </a:r>
          </a:p>
          <a:p>
            <a:endParaRPr lang="en-IN" dirty="0"/>
          </a:p>
          <a:p>
            <a:r>
              <a:rPr lang="en-IN" dirty="0"/>
              <a:t>Orders: 2 -&gt; 4</a:t>
            </a:r>
          </a:p>
          <a:p>
            <a:r>
              <a:rPr lang="en-IN" dirty="0"/>
              <a:t>Customers: 2 -&gt; 4</a:t>
            </a:r>
          </a:p>
        </p:txBody>
      </p:sp>
    </p:spTree>
    <p:extLst>
      <p:ext uri="{BB962C8B-B14F-4D97-AF65-F5344CB8AC3E}">
        <p14:creationId xmlns:p14="http://schemas.microsoft.com/office/powerpoint/2010/main" val="4080343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28F2DF-7AFE-E27B-C0CD-72CB8D59426B}"/>
              </a:ext>
            </a:extLst>
          </p:cNvPr>
          <p:cNvSpPr txBox="1"/>
          <p:nvPr/>
        </p:nvSpPr>
        <p:spPr>
          <a:xfrm>
            <a:off x="545621" y="418729"/>
            <a:ext cx="60945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During Merge (Executor A Example)</a:t>
            </a:r>
          </a:p>
          <a:p>
            <a:r>
              <a:rPr lang="en-IN" dirty="0"/>
              <a:t>Comparison 1:</a:t>
            </a:r>
          </a:p>
          <a:p>
            <a:r>
              <a:rPr lang="en-IN" dirty="0"/>
              <a:t>Order Pointer: ID 1</a:t>
            </a:r>
          </a:p>
          <a:p>
            <a:r>
              <a:rPr lang="en-IN" dirty="0"/>
              <a:t>Cust Pointer: ID 1</a:t>
            </a:r>
          </a:p>
          <a:p>
            <a:r>
              <a:rPr lang="en-IN" dirty="0"/>
              <a:t>Match! Output: (1, $10, Alice) -&gt; Advance both pointers.</a:t>
            </a:r>
          </a:p>
          <a:p>
            <a:endParaRPr lang="en-IN" dirty="0"/>
          </a:p>
          <a:p>
            <a:r>
              <a:rPr lang="en-IN" dirty="0"/>
              <a:t>Comparison 2:</a:t>
            </a:r>
          </a:p>
          <a:p>
            <a:endParaRPr lang="en-IN" dirty="0"/>
          </a:p>
          <a:p>
            <a:r>
              <a:rPr lang="en-IN" dirty="0"/>
              <a:t>Order Pointer: ID 3</a:t>
            </a:r>
          </a:p>
          <a:p>
            <a:r>
              <a:rPr lang="en-IN" dirty="0"/>
              <a:t>Cust Pointer: ID 3</a:t>
            </a:r>
          </a:p>
          <a:p>
            <a:r>
              <a:rPr lang="en-IN" dirty="0"/>
              <a:t>Match! Output: (3, $50, Carol) -&gt; Advance both pointers.</a:t>
            </a:r>
          </a:p>
        </p:txBody>
      </p:sp>
    </p:spTree>
    <p:extLst>
      <p:ext uri="{BB962C8B-B14F-4D97-AF65-F5344CB8AC3E}">
        <p14:creationId xmlns:p14="http://schemas.microsoft.com/office/powerpoint/2010/main" val="4057984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B0A647-A217-A1BC-E7CF-2DCBC36671DA}"/>
              </a:ext>
            </a:extLst>
          </p:cNvPr>
          <p:cNvSpPr txBox="1"/>
          <p:nvPr/>
        </p:nvSpPr>
        <p:spPr>
          <a:xfrm>
            <a:off x="373092" y="397617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effectLst/>
                <a:latin typeface="monaSans"/>
              </a:rPr>
              <a:t>PERFORMANCE IMPACT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55EB5A-A54A-77FC-2FEA-358D88F64629}"/>
              </a:ext>
            </a:extLst>
          </p:cNvPr>
          <p:cNvSpPr txBox="1"/>
          <p:nvPr/>
        </p:nvSpPr>
        <p:spPr>
          <a:xfrm>
            <a:off x="189781" y="1171611"/>
            <a:ext cx="12002219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effectLst/>
                <a:latin typeface="Inter"/>
              </a:rPr>
              <a:t>When you see SMJ, you should expect certain costs:</a:t>
            </a:r>
          </a:p>
          <a:p>
            <a:pPr algn="l">
              <a:spcBef>
                <a:spcPts val="600"/>
              </a:spcBef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Shuffle Cost (Network):</a:t>
            </a:r>
            <a:r>
              <a:rPr lang="en-US" b="0" i="0" dirty="0">
                <a:effectLst/>
                <a:latin typeface="Inter"/>
              </a:rPr>
              <a:t> This is the biggest slowdown. Moving terabytes of data across cables between computers takes time.</a:t>
            </a:r>
          </a:p>
          <a:p>
            <a:pPr algn="l">
              <a:spcBef>
                <a:spcPts val="600"/>
              </a:spcBef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Sorting Cost (CPU):</a:t>
            </a:r>
            <a:r>
              <a:rPr lang="en-US" b="0" i="0" dirty="0">
                <a:effectLst/>
                <a:latin typeface="Inter"/>
              </a:rPr>
              <a:t> Sorting millions of rows takes CPU power.</a:t>
            </a:r>
          </a:p>
          <a:p>
            <a:pPr algn="l">
              <a:spcBef>
                <a:spcPts val="600"/>
              </a:spcBef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Disk Spill (I/O):</a:t>
            </a:r>
            <a:r>
              <a:rPr lang="en-US" b="0" i="0" dirty="0">
                <a:effectLst/>
                <a:latin typeface="Inter"/>
              </a:rPr>
              <a:t> If RAM is full, Spark writes to disk. This is safe but slows things down significantly.</a:t>
            </a:r>
          </a:p>
        </p:txBody>
      </p:sp>
    </p:spTree>
    <p:extLst>
      <p:ext uri="{BB962C8B-B14F-4D97-AF65-F5344CB8AC3E}">
        <p14:creationId xmlns:p14="http://schemas.microsoft.com/office/powerpoint/2010/main" val="1957872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55EB5A-A54A-77FC-2FEA-358D88F64629}"/>
              </a:ext>
            </a:extLst>
          </p:cNvPr>
          <p:cNvSpPr txBox="1"/>
          <p:nvPr/>
        </p:nvSpPr>
        <p:spPr>
          <a:xfrm>
            <a:off x="189781" y="343475"/>
            <a:ext cx="12002219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b="1" i="0" dirty="0">
                <a:effectLst/>
                <a:latin typeface="monaSans"/>
              </a:rPr>
              <a:t>What is a Cross Join?</a:t>
            </a:r>
          </a:p>
          <a:p>
            <a:pPr algn="l"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A Cross Join combines </a:t>
            </a:r>
            <a:r>
              <a:rPr lang="en-US" b="1" i="0" dirty="0">
                <a:effectLst/>
                <a:latin typeface="Inter"/>
              </a:rPr>
              <a:t>every single row</a:t>
            </a:r>
            <a:r>
              <a:rPr lang="en-US" b="0" i="0" dirty="0">
                <a:effectLst/>
                <a:latin typeface="Inter"/>
              </a:rPr>
              <a:t> of the first table with </a:t>
            </a:r>
            <a:r>
              <a:rPr lang="en-US" b="1" i="0" dirty="0">
                <a:effectLst/>
                <a:latin typeface="Inter"/>
              </a:rPr>
              <a:t>every single row</a:t>
            </a:r>
            <a:r>
              <a:rPr lang="en-US" b="0" i="0" dirty="0">
                <a:effectLst/>
                <a:latin typeface="Inter"/>
              </a:rPr>
              <a:t> of the second table.</a:t>
            </a:r>
            <a:br>
              <a:rPr lang="en-US" b="0" i="0" dirty="0">
                <a:effectLst/>
                <a:latin typeface="Inter"/>
              </a:rPr>
            </a:br>
            <a:r>
              <a:rPr lang="en-US" b="0" i="0" dirty="0">
                <a:effectLst/>
                <a:latin typeface="Inter"/>
              </a:rPr>
              <a:t>It does not look for matching keys (like IDs). It just pairs everything with everything.</a:t>
            </a:r>
          </a:p>
          <a:p>
            <a:pPr lvl="1">
              <a:spcBef>
                <a:spcPts val="600"/>
              </a:spcBef>
            </a:pPr>
            <a:r>
              <a:rPr lang="en-US" b="1" i="0" dirty="0">
                <a:effectLst/>
                <a:latin typeface="Inter"/>
              </a:rPr>
              <a:t>Mathematical Name:</a:t>
            </a:r>
            <a:r>
              <a:rPr lang="en-US" b="0" i="0" dirty="0">
                <a:effectLst/>
                <a:latin typeface="Inter"/>
              </a:rPr>
              <a:t> Cartesian Product.</a:t>
            </a:r>
          </a:p>
          <a:p>
            <a:pPr lvl="1">
              <a:spcBef>
                <a:spcPts val="600"/>
              </a:spcBef>
            </a:pPr>
            <a:r>
              <a:rPr lang="en-US" b="1" i="0" dirty="0">
                <a:effectLst/>
                <a:latin typeface="Inter"/>
              </a:rPr>
              <a:t>The Formula:</a:t>
            </a:r>
            <a:r>
              <a:rPr lang="en-US" b="0" i="0" dirty="0">
                <a:effectLst/>
                <a:latin typeface="Inter"/>
              </a:rPr>
              <a:t> If Table A has </a:t>
            </a:r>
            <a:r>
              <a:rPr lang="en-US" b="0" i="0" dirty="0">
                <a:effectLst/>
                <a:latin typeface="KaTeX_Main"/>
              </a:rPr>
              <a:t>M</a:t>
            </a:r>
            <a:r>
              <a:rPr lang="en-US" b="0" i="1" dirty="0">
                <a:effectLst/>
                <a:latin typeface="KaTeX_Math"/>
              </a:rPr>
              <a:t>M</a:t>
            </a:r>
            <a:r>
              <a:rPr lang="en-US" b="0" i="0" dirty="0">
                <a:effectLst/>
                <a:latin typeface="Inter"/>
              </a:rPr>
              <a:t> rows and Table B has </a:t>
            </a:r>
            <a:r>
              <a:rPr lang="en-US" b="0" i="0" dirty="0">
                <a:effectLst/>
                <a:latin typeface="KaTeX_Main"/>
              </a:rPr>
              <a:t>N</a:t>
            </a:r>
            <a:r>
              <a:rPr lang="en-US" b="0" i="1" dirty="0">
                <a:effectLst/>
                <a:latin typeface="KaTeX_Math"/>
              </a:rPr>
              <a:t>N</a:t>
            </a:r>
            <a:r>
              <a:rPr lang="en-US" b="0" i="0" dirty="0">
                <a:effectLst/>
                <a:latin typeface="Inter"/>
              </a:rPr>
              <a:t> rows, the result has </a:t>
            </a:r>
            <a:r>
              <a:rPr lang="en-US" b="0" i="0" dirty="0">
                <a:effectLst/>
                <a:latin typeface="KaTeX_Main"/>
              </a:rPr>
              <a:t>M×N</a:t>
            </a:r>
            <a:r>
              <a:rPr lang="en-US" b="0" i="1" dirty="0">
                <a:effectLst/>
                <a:latin typeface="KaTeX_Math"/>
              </a:rPr>
              <a:t>M</a:t>
            </a:r>
            <a:r>
              <a:rPr lang="en-US" b="0" i="0" dirty="0">
                <a:effectLst/>
                <a:latin typeface="KaTeX_Main"/>
              </a:rPr>
              <a:t>×</a:t>
            </a:r>
            <a:r>
              <a:rPr lang="en-US" b="0" i="1" dirty="0">
                <a:effectLst/>
                <a:latin typeface="KaTeX_Math"/>
              </a:rPr>
              <a:t>N</a:t>
            </a:r>
            <a:r>
              <a:rPr lang="en-US" b="0" i="0" dirty="0">
                <a:effectLst/>
                <a:latin typeface="Inter"/>
              </a:rPr>
              <a:t> rows.</a:t>
            </a:r>
          </a:p>
          <a:p>
            <a:pPr algn="l">
              <a:spcBef>
                <a:spcPts val="600"/>
              </a:spcBef>
            </a:pPr>
            <a:r>
              <a:rPr lang="en-US" b="1" i="0" dirty="0">
                <a:effectLst/>
                <a:latin typeface="monaSans"/>
              </a:rPr>
              <a:t>2. Why is this dangerous? (The "Explosion")</a:t>
            </a:r>
          </a:p>
          <a:p>
            <a:pPr algn="l"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Imagine: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Table A: 1,000 rows (Small)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Table B: 1,000 rows (Small)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Result:</a:t>
            </a:r>
            <a:r>
              <a:rPr lang="en-US" b="0" i="0" dirty="0">
                <a:effectLst/>
                <a:latin typeface="Inter"/>
              </a:rPr>
              <a:t> </a:t>
            </a:r>
            <a:r>
              <a:rPr lang="en-US" b="0" i="0" dirty="0">
                <a:effectLst/>
                <a:latin typeface="KaTeX_Main"/>
              </a:rPr>
              <a:t>1,000×1,000=1,000,0001,000×1,000=1,000,000</a:t>
            </a:r>
            <a:r>
              <a:rPr lang="en-US" b="0" i="0" dirty="0">
                <a:effectLst/>
                <a:latin typeface="Inter"/>
              </a:rPr>
              <a:t> rows (1 Million).</a:t>
            </a:r>
          </a:p>
          <a:p>
            <a:pPr algn="l"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Now imagine Big Data: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Table A: 1 Million rows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Table B: 1 Million rows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Result:</a:t>
            </a:r>
            <a:r>
              <a:rPr lang="en-US" b="0" i="0" dirty="0">
                <a:effectLst/>
                <a:latin typeface="Inter"/>
              </a:rPr>
              <a:t> 1 Trillion rows! </a:t>
            </a:r>
            <a:r>
              <a:rPr lang="en-US" b="1" i="0" dirty="0">
                <a:effectLst/>
                <a:latin typeface="Inter"/>
              </a:rPr>
              <a:t>Your cluster will crash immediately.</a:t>
            </a:r>
            <a:endParaRPr lang="en-US" b="0" i="0" dirty="0">
              <a:effectLst/>
              <a:latin typeface="Inter"/>
            </a:endParaRPr>
          </a:p>
          <a:p>
            <a:pPr algn="l"/>
            <a:endParaRPr lang="en-US" b="0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045290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55EB5A-A54A-77FC-2FEA-358D88F64629}"/>
              </a:ext>
            </a:extLst>
          </p:cNvPr>
          <p:cNvSpPr txBox="1"/>
          <p:nvPr/>
        </p:nvSpPr>
        <p:spPr>
          <a:xfrm>
            <a:off x="189781" y="153694"/>
            <a:ext cx="12002219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b="1" i="0" dirty="0">
                <a:effectLst/>
                <a:latin typeface="Inter"/>
              </a:rPr>
              <a:t>Step 1: Logical Plan</a:t>
            </a:r>
          </a:p>
          <a:p>
            <a:pPr algn="l"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Where: Driver.</a:t>
            </a:r>
          </a:p>
          <a:p>
            <a:pPr lvl="1"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Action: You write df1.crossJoin(df2).</a:t>
            </a:r>
          </a:p>
          <a:p>
            <a:pPr lvl="1"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Safety Check: Spark might throw an error saying, "Are you sure? This is expensive!" You might need to set </a:t>
            </a:r>
            <a:r>
              <a:rPr lang="en-US" b="0" i="0" dirty="0" err="1">
                <a:effectLst/>
                <a:latin typeface="Inter"/>
              </a:rPr>
              <a:t>spark.sql.crossJoin.enabled</a:t>
            </a:r>
            <a:r>
              <a:rPr lang="en-US" b="0" i="0" dirty="0">
                <a:effectLst/>
                <a:latin typeface="Inter"/>
              </a:rPr>
              <a:t> = true.</a:t>
            </a:r>
          </a:p>
          <a:p>
            <a:pPr algn="l">
              <a:spcBef>
                <a:spcPts val="600"/>
              </a:spcBef>
            </a:pPr>
            <a:r>
              <a:rPr lang="en-US" b="1" i="0" dirty="0">
                <a:effectLst/>
                <a:latin typeface="Inter"/>
              </a:rPr>
              <a:t>Step 2: Physical Plan (Nested Loop)</a:t>
            </a:r>
          </a:p>
          <a:p>
            <a:pPr lvl="1"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Spark usually uses a strategy called Broadcast Nested Loop Join (BNLJ) or Cartesian Product.</a:t>
            </a:r>
          </a:p>
          <a:p>
            <a:pPr algn="l">
              <a:spcBef>
                <a:spcPts val="600"/>
              </a:spcBef>
            </a:pPr>
            <a:r>
              <a:rPr lang="en-US" b="1" i="0" dirty="0">
                <a:effectLst/>
                <a:latin typeface="Inter"/>
              </a:rPr>
              <a:t>Step 3: Distribution (The Heavy Lifting)</a:t>
            </a:r>
          </a:p>
          <a:p>
            <a:pPr lvl="1"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Spark takes a partition of Table A.</a:t>
            </a:r>
          </a:p>
          <a:p>
            <a:pPr lvl="1"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It needs to match this partition with the ENTIRETY of Table B.</a:t>
            </a:r>
          </a:p>
          <a:p>
            <a:pPr lvl="1"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This means Table B is often sent (Broadcasted) to every single partition of Table A.</a:t>
            </a:r>
          </a:p>
          <a:p>
            <a:pPr algn="l">
              <a:spcBef>
                <a:spcPts val="600"/>
              </a:spcBef>
            </a:pPr>
            <a:r>
              <a:rPr lang="en-US" b="1" i="0" dirty="0">
                <a:effectLst/>
                <a:latin typeface="Inter"/>
              </a:rPr>
              <a:t>Step 4: The Loop (Inside Executor)</a:t>
            </a:r>
          </a:p>
          <a:p>
            <a:pPr lvl="1"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The Executor opens Row 1 of Table A.</a:t>
            </a:r>
          </a:p>
          <a:p>
            <a:pPr lvl="1"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It loops through ALL rows of Table B and creates pairs.</a:t>
            </a:r>
          </a:p>
          <a:p>
            <a:pPr lvl="1"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It moves to Row 2 of Table A.</a:t>
            </a:r>
          </a:p>
          <a:p>
            <a:pPr lvl="1"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It loops through ALL rows of Table B again.</a:t>
            </a:r>
          </a:p>
          <a:p>
            <a:pPr algn="l">
              <a:spcBef>
                <a:spcPts val="600"/>
              </a:spcBef>
            </a:pPr>
            <a:r>
              <a:rPr lang="en-US" b="1" i="0" dirty="0">
                <a:effectLst/>
                <a:latin typeface="Inter"/>
              </a:rPr>
              <a:t>Step 5: Output</a:t>
            </a:r>
          </a:p>
          <a:p>
            <a:pPr lvl="1">
              <a:spcBef>
                <a:spcPts val="600"/>
              </a:spcBef>
            </a:pPr>
            <a:r>
              <a:rPr lang="en-US" b="0" i="0" dirty="0">
                <a:effectLst/>
                <a:latin typeface="Inter"/>
              </a:rPr>
              <a:t>The number of rows grows massively, consuming huge amounts of memory and CPU.</a:t>
            </a:r>
          </a:p>
        </p:txBody>
      </p:sp>
    </p:spTree>
    <p:extLst>
      <p:ext uri="{BB962C8B-B14F-4D97-AF65-F5344CB8AC3E}">
        <p14:creationId xmlns:p14="http://schemas.microsoft.com/office/powerpoint/2010/main" val="1149846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55EB5A-A54A-77FC-2FEA-358D88F64629}"/>
              </a:ext>
            </a:extLst>
          </p:cNvPr>
          <p:cNvSpPr txBox="1"/>
          <p:nvPr/>
        </p:nvSpPr>
        <p:spPr>
          <a:xfrm>
            <a:off x="189781" y="153694"/>
            <a:ext cx="1200221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b="1" dirty="0"/>
              <a:t>Performance Tuning Points in Spark</a:t>
            </a:r>
          </a:p>
          <a:p>
            <a:pPr>
              <a:spcBef>
                <a:spcPts val="600"/>
              </a:spcBef>
            </a:pPr>
            <a:r>
              <a:rPr lang="en-IN" b="1" dirty="0"/>
              <a:t>Reduce Data Early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Apply filter as early as possible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Select only required columns (avoid select *)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Use predicate pushdown (Parquet/ORC)</a:t>
            </a:r>
          </a:p>
          <a:p>
            <a:pPr>
              <a:spcBef>
                <a:spcPts val="600"/>
              </a:spcBef>
            </a:pPr>
            <a:r>
              <a:rPr lang="en-IN" dirty="0"/>
              <a:t>Less data = Less shuffle = Faster execution</a:t>
            </a:r>
          </a:p>
          <a:p>
            <a:pPr>
              <a:spcBef>
                <a:spcPts val="600"/>
              </a:spcBef>
            </a:pPr>
            <a:r>
              <a:rPr lang="en-IN" b="1" dirty="0"/>
              <a:t>Minimize Shuffle</a:t>
            </a:r>
          </a:p>
          <a:p>
            <a:pPr>
              <a:spcBef>
                <a:spcPts val="600"/>
              </a:spcBef>
            </a:pPr>
            <a:r>
              <a:rPr lang="en-IN" b="1" dirty="0"/>
              <a:t>Shuffle is the most expensive operation in Spark.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Avoid unnecessary: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/>
              <a:t>groupBy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distinct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join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repartition</a:t>
            </a:r>
          </a:p>
          <a:p>
            <a:pPr>
              <a:spcBef>
                <a:spcPts val="600"/>
              </a:spcBef>
            </a:pPr>
            <a:r>
              <a:rPr lang="en-IN" dirty="0"/>
              <a:t>Always check </a:t>
            </a:r>
            <a:r>
              <a:rPr lang="en-IN" dirty="0" err="1"/>
              <a:t>df.explain</a:t>
            </a:r>
            <a:r>
              <a:rPr lang="en-IN" dirty="0"/>
              <a:t>() for Exchange operators.</a:t>
            </a:r>
          </a:p>
          <a:p>
            <a:pPr algn="l">
              <a:spcBef>
                <a:spcPts val="600"/>
              </a:spcBef>
            </a:pPr>
            <a:endParaRPr lang="en-US" b="1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1309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55EB5A-A54A-77FC-2FEA-358D88F64629}"/>
              </a:ext>
            </a:extLst>
          </p:cNvPr>
          <p:cNvSpPr txBox="1"/>
          <p:nvPr/>
        </p:nvSpPr>
        <p:spPr>
          <a:xfrm>
            <a:off x="189781" y="153694"/>
            <a:ext cx="12002219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IN" b="1" dirty="0"/>
              <a:t>Use Proper File Format</a:t>
            </a:r>
          </a:p>
          <a:p>
            <a:pPr>
              <a:spcBef>
                <a:spcPts val="500"/>
              </a:spcBef>
            </a:pPr>
            <a:r>
              <a:rPr lang="en-IN" dirty="0"/>
              <a:t>Prefer: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Parquet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ORC</a:t>
            </a:r>
          </a:p>
          <a:p>
            <a:pPr>
              <a:spcBef>
                <a:spcPts val="500"/>
              </a:spcBef>
            </a:pPr>
            <a:r>
              <a:rPr lang="en-IN" dirty="0"/>
              <a:t>Avoid: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CSV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JSON (for large production datasets)</a:t>
            </a:r>
          </a:p>
          <a:p>
            <a:pPr>
              <a:spcBef>
                <a:spcPts val="500"/>
              </a:spcBef>
            </a:pPr>
            <a:r>
              <a:rPr lang="en-IN" dirty="0"/>
              <a:t>Why?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Columnar storage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Compression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Predicate pushdown</a:t>
            </a:r>
          </a:p>
          <a:p>
            <a:pPr>
              <a:spcBef>
                <a:spcPts val="500"/>
              </a:spcBef>
            </a:pPr>
            <a:r>
              <a:rPr lang="en-IN" b="1" dirty="0"/>
              <a:t>Optimize Joins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Broadcast small tables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Avoid large-to-large joins when possible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Repartition on join keys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Handle skewed keys</a:t>
            </a:r>
          </a:p>
          <a:p>
            <a:pPr>
              <a:spcBef>
                <a:spcPts val="500"/>
              </a:spcBef>
            </a:pPr>
            <a:r>
              <a:rPr lang="en-IN" dirty="0"/>
              <a:t>Look for: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 err="1"/>
              <a:t>BroadcastHashJoin</a:t>
            </a:r>
            <a:r>
              <a:rPr lang="en-IN" dirty="0"/>
              <a:t> (fast)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 err="1"/>
              <a:t>SortMergeJoin</a:t>
            </a:r>
            <a:r>
              <a:rPr lang="en-IN" dirty="0"/>
              <a:t> (default for big data)</a:t>
            </a:r>
          </a:p>
          <a:p>
            <a:pPr algn="l">
              <a:spcBef>
                <a:spcPts val="600"/>
              </a:spcBef>
            </a:pPr>
            <a:endParaRPr lang="en-US" b="1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092552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55EB5A-A54A-77FC-2FEA-358D88F64629}"/>
              </a:ext>
            </a:extLst>
          </p:cNvPr>
          <p:cNvSpPr txBox="1"/>
          <p:nvPr/>
        </p:nvSpPr>
        <p:spPr>
          <a:xfrm>
            <a:off x="189781" y="153694"/>
            <a:ext cx="12002219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IN" b="1" dirty="0"/>
              <a:t>Use Proper File Format</a:t>
            </a:r>
          </a:p>
          <a:p>
            <a:pPr>
              <a:spcBef>
                <a:spcPts val="500"/>
              </a:spcBef>
            </a:pPr>
            <a:r>
              <a:rPr lang="en-IN" dirty="0"/>
              <a:t>Prefer: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Parquet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ORC</a:t>
            </a:r>
          </a:p>
          <a:p>
            <a:pPr>
              <a:spcBef>
                <a:spcPts val="500"/>
              </a:spcBef>
            </a:pPr>
            <a:r>
              <a:rPr lang="en-IN" dirty="0"/>
              <a:t>Avoid: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CSV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JSON (for large production datasets)</a:t>
            </a:r>
          </a:p>
          <a:p>
            <a:pPr>
              <a:spcBef>
                <a:spcPts val="500"/>
              </a:spcBef>
            </a:pPr>
            <a:r>
              <a:rPr lang="en-IN" dirty="0"/>
              <a:t>Why?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Columnar storage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Compression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Predicate pushdown</a:t>
            </a:r>
          </a:p>
          <a:p>
            <a:pPr>
              <a:spcBef>
                <a:spcPts val="500"/>
              </a:spcBef>
            </a:pPr>
            <a:r>
              <a:rPr lang="en-IN" b="1" dirty="0"/>
              <a:t>Optimize Joins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Broadcast small tables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Avoid large-to-large joins when possible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Repartition on join keys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/>
              <a:t>Handle skewed keys</a:t>
            </a:r>
          </a:p>
          <a:p>
            <a:pPr>
              <a:spcBef>
                <a:spcPts val="500"/>
              </a:spcBef>
            </a:pPr>
            <a:r>
              <a:rPr lang="en-IN" dirty="0"/>
              <a:t>Look for: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 err="1"/>
              <a:t>BroadcastHashJoin</a:t>
            </a:r>
            <a:r>
              <a:rPr lang="en-IN" dirty="0"/>
              <a:t> (fast)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IN" dirty="0" err="1"/>
              <a:t>SortMergeJoin</a:t>
            </a:r>
            <a:r>
              <a:rPr lang="en-IN" dirty="0"/>
              <a:t> (default for big data)</a:t>
            </a:r>
          </a:p>
          <a:p>
            <a:pPr algn="l">
              <a:spcBef>
                <a:spcPts val="600"/>
              </a:spcBef>
            </a:pPr>
            <a:endParaRPr lang="en-US" b="1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440361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55EB5A-A54A-77FC-2FEA-358D88F64629}"/>
              </a:ext>
            </a:extLst>
          </p:cNvPr>
          <p:cNvSpPr txBox="1"/>
          <p:nvPr/>
        </p:nvSpPr>
        <p:spPr>
          <a:xfrm>
            <a:off x="189781" y="153694"/>
            <a:ext cx="1200221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Tune Shuffle Partitions</a:t>
            </a:r>
          </a:p>
          <a:p>
            <a:pPr>
              <a:spcBef>
                <a:spcPts val="600"/>
              </a:spcBef>
            </a:pPr>
            <a:r>
              <a:rPr lang="en-IN" dirty="0"/>
              <a:t>Default:</a:t>
            </a:r>
          </a:p>
          <a:p>
            <a:pPr>
              <a:spcBef>
                <a:spcPts val="600"/>
              </a:spcBef>
            </a:pPr>
            <a:r>
              <a:rPr lang="en-IN" dirty="0"/>
              <a:t>	</a:t>
            </a:r>
            <a:r>
              <a:rPr lang="en-IN" dirty="0" err="1"/>
              <a:t>spark.sql.shuffle.partitions</a:t>
            </a:r>
            <a:r>
              <a:rPr lang="en-IN" dirty="0"/>
              <a:t> = 200</a:t>
            </a:r>
          </a:p>
          <a:p>
            <a:pPr>
              <a:spcBef>
                <a:spcPts val="600"/>
              </a:spcBef>
            </a:pPr>
            <a:r>
              <a:rPr lang="en-IN" dirty="0"/>
              <a:t>Adjust based on:</a:t>
            </a:r>
          </a:p>
          <a:p>
            <a:pPr>
              <a:spcBef>
                <a:spcPts val="600"/>
              </a:spcBef>
            </a:pPr>
            <a:r>
              <a:rPr lang="en-IN" dirty="0"/>
              <a:t>	Cluster cores</a:t>
            </a:r>
          </a:p>
          <a:p>
            <a:pPr>
              <a:spcBef>
                <a:spcPts val="600"/>
              </a:spcBef>
            </a:pPr>
            <a:r>
              <a:rPr lang="en-IN" dirty="0"/>
              <a:t>	Data size</a:t>
            </a:r>
          </a:p>
          <a:p>
            <a:pPr>
              <a:spcBef>
                <a:spcPts val="600"/>
              </a:spcBef>
            </a:pPr>
            <a:r>
              <a:rPr lang="en-IN" dirty="0"/>
              <a:t>Rule of thumb:</a:t>
            </a:r>
          </a:p>
          <a:p>
            <a:pPr>
              <a:spcBef>
                <a:spcPts val="600"/>
              </a:spcBef>
            </a:pPr>
            <a:r>
              <a:rPr lang="en-IN" dirty="0"/>
              <a:t>	2–3 × total cores</a:t>
            </a:r>
          </a:p>
          <a:p>
            <a:pPr>
              <a:spcBef>
                <a:spcPts val="600"/>
              </a:spcBef>
            </a:pPr>
            <a:r>
              <a:rPr lang="en-IN" b="1" dirty="0"/>
              <a:t>Manage Partitions Properly</a:t>
            </a:r>
          </a:p>
          <a:p>
            <a:pPr>
              <a:spcBef>
                <a:spcPts val="600"/>
              </a:spcBef>
            </a:pPr>
            <a:r>
              <a:rPr lang="en-IN" dirty="0"/>
              <a:t>	Too many partitions → overhead</a:t>
            </a:r>
          </a:p>
          <a:p>
            <a:pPr>
              <a:spcBef>
                <a:spcPts val="600"/>
              </a:spcBef>
            </a:pPr>
            <a:r>
              <a:rPr lang="en-IN" dirty="0"/>
              <a:t>	Too few partitions → underutilization</a:t>
            </a:r>
          </a:p>
          <a:p>
            <a:pPr>
              <a:spcBef>
                <a:spcPts val="600"/>
              </a:spcBef>
            </a:pPr>
            <a:r>
              <a:rPr lang="en-IN" dirty="0"/>
              <a:t>Use:</a:t>
            </a:r>
          </a:p>
          <a:p>
            <a:pPr>
              <a:spcBef>
                <a:spcPts val="600"/>
              </a:spcBef>
            </a:pPr>
            <a:r>
              <a:rPr lang="en-IN" dirty="0"/>
              <a:t>	repartition() (with shuffle)</a:t>
            </a:r>
          </a:p>
          <a:p>
            <a:pPr>
              <a:spcBef>
                <a:spcPts val="600"/>
              </a:spcBef>
            </a:pPr>
            <a:r>
              <a:rPr lang="en-IN" dirty="0"/>
              <a:t>	coalesce() (reduce partitions without shuffle)</a:t>
            </a:r>
          </a:p>
          <a:p>
            <a:pPr algn="l">
              <a:spcBef>
                <a:spcPts val="600"/>
              </a:spcBef>
            </a:pPr>
            <a:endParaRPr lang="en-US" b="1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044892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55EB5A-A54A-77FC-2FEA-358D88F64629}"/>
              </a:ext>
            </a:extLst>
          </p:cNvPr>
          <p:cNvSpPr txBox="1"/>
          <p:nvPr/>
        </p:nvSpPr>
        <p:spPr>
          <a:xfrm>
            <a:off x="189781" y="153694"/>
            <a:ext cx="1200221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Handle Data Skew</a:t>
            </a:r>
          </a:p>
          <a:p>
            <a:pPr>
              <a:spcBef>
                <a:spcPts val="600"/>
              </a:spcBef>
            </a:pPr>
            <a:r>
              <a:rPr lang="en-IN" dirty="0"/>
              <a:t>Symptoms:</a:t>
            </a:r>
          </a:p>
          <a:p>
            <a:pPr>
              <a:spcBef>
                <a:spcPts val="600"/>
              </a:spcBef>
            </a:pPr>
            <a:r>
              <a:rPr lang="en-IN" dirty="0"/>
              <a:t>	One task runs much longer</a:t>
            </a:r>
          </a:p>
          <a:p>
            <a:pPr>
              <a:spcBef>
                <a:spcPts val="600"/>
              </a:spcBef>
            </a:pPr>
            <a:r>
              <a:rPr lang="en-IN" dirty="0"/>
              <a:t>	Uneven task duration</a:t>
            </a:r>
          </a:p>
          <a:p>
            <a:pPr>
              <a:spcBef>
                <a:spcPts val="600"/>
              </a:spcBef>
            </a:pPr>
            <a:r>
              <a:rPr lang="en-IN" dirty="0"/>
              <a:t>Solutions:</a:t>
            </a:r>
          </a:p>
          <a:p>
            <a:pPr>
              <a:spcBef>
                <a:spcPts val="600"/>
              </a:spcBef>
            </a:pPr>
            <a:r>
              <a:rPr lang="en-IN" dirty="0"/>
              <a:t>	Salting</a:t>
            </a:r>
          </a:p>
          <a:p>
            <a:pPr>
              <a:spcBef>
                <a:spcPts val="600"/>
              </a:spcBef>
            </a:pPr>
            <a:r>
              <a:rPr lang="en-IN" dirty="0"/>
              <a:t>	Broadcast join</a:t>
            </a:r>
          </a:p>
          <a:p>
            <a:pPr>
              <a:spcBef>
                <a:spcPts val="600"/>
              </a:spcBef>
            </a:pPr>
            <a:r>
              <a:rPr lang="en-IN" dirty="0"/>
              <a:t>	Skew hints (Spark 3+)</a:t>
            </a:r>
          </a:p>
          <a:p>
            <a:pPr>
              <a:spcBef>
                <a:spcPts val="600"/>
              </a:spcBef>
            </a:pPr>
            <a:r>
              <a:rPr lang="en-IN" dirty="0"/>
              <a:t>	Adaptive Query Execution (AQE)</a:t>
            </a:r>
          </a:p>
          <a:p>
            <a:pPr>
              <a:spcBef>
                <a:spcPts val="600"/>
              </a:spcBef>
            </a:pPr>
            <a:r>
              <a:rPr lang="en-IN" b="1" dirty="0"/>
              <a:t>Use Caching Carefully</a:t>
            </a:r>
          </a:p>
          <a:p>
            <a:pPr>
              <a:spcBef>
                <a:spcPts val="600"/>
              </a:spcBef>
            </a:pPr>
            <a:r>
              <a:rPr lang="en-IN" dirty="0"/>
              <a:t>Cache only if:</a:t>
            </a:r>
          </a:p>
          <a:p>
            <a:pPr>
              <a:spcBef>
                <a:spcPts val="600"/>
              </a:spcBef>
            </a:pPr>
            <a:r>
              <a:rPr lang="en-IN" dirty="0"/>
              <a:t>	Data reused multiple times</a:t>
            </a:r>
          </a:p>
          <a:p>
            <a:pPr>
              <a:spcBef>
                <a:spcPts val="600"/>
              </a:spcBef>
            </a:pPr>
            <a:r>
              <a:rPr lang="en-IN" dirty="0"/>
              <a:t>Avoid:</a:t>
            </a:r>
          </a:p>
          <a:p>
            <a:pPr>
              <a:spcBef>
                <a:spcPts val="600"/>
              </a:spcBef>
            </a:pPr>
            <a:r>
              <a:rPr lang="en-IN" dirty="0"/>
              <a:t>	Caching everything</a:t>
            </a:r>
          </a:p>
          <a:p>
            <a:pPr>
              <a:spcBef>
                <a:spcPts val="600"/>
              </a:spcBef>
            </a:pPr>
            <a:r>
              <a:rPr lang="en-IN" dirty="0"/>
              <a:t>	Caching huge </a:t>
            </a:r>
            <a:r>
              <a:rPr lang="en-IN" dirty="0" err="1"/>
              <a:t>DataFrames</a:t>
            </a:r>
            <a:r>
              <a:rPr lang="en-IN" dirty="0"/>
              <a:t> unnecessarily</a:t>
            </a:r>
          </a:p>
          <a:p>
            <a:pPr>
              <a:spcBef>
                <a:spcPts val="600"/>
              </a:spcBef>
            </a:pPr>
            <a:r>
              <a:rPr lang="en-IN" dirty="0"/>
              <a:t>Always trigger cache:</a:t>
            </a:r>
          </a:p>
          <a:p>
            <a:pPr>
              <a:spcBef>
                <a:spcPts val="600"/>
              </a:spcBef>
            </a:pPr>
            <a:r>
              <a:rPr lang="en-IN" dirty="0"/>
              <a:t>	</a:t>
            </a:r>
            <a:r>
              <a:rPr lang="en-IN" dirty="0" err="1"/>
              <a:t>df.cache</a:t>
            </a:r>
            <a:r>
              <a:rPr lang="en-IN" dirty="0"/>
              <a:t>()</a:t>
            </a:r>
          </a:p>
          <a:p>
            <a:pPr>
              <a:spcBef>
                <a:spcPts val="600"/>
              </a:spcBef>
            </a:pPr>
            <a:r>
              <a:rPr lang="en-IN" dirty="0"/>
              <a:t>	</a:t>
            </a:r>
            <a:r>
              <a:rPr lang="en-IN" dirty="0" err="1"/>
              <a:t>df.count</a:t>
            </a:r>
            <a:r>
              <a:rPr lang="en-IN" dirty="0"/>
              <a:t>()</a:t>
            </a:r>
          </a:p>
          <a:p>
            <a:pPr algn="l">
              <a:spcBef>
                <a:spcPts val="600"/>
              </a:spcBef>
            </a:pPr>
            <a:endParaRPr lang="en-US" b="1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824894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55EB5A-A54A-77FC-2FEA-358D88F64629}"/>
              </a:ext>
            </a:extLst>
          </p:cNvPr>
          <p:cNvSpPr txBox="1"/>
          <p:nvPr/>
        </p:nvSpPr>
        <p:spPr>
          <a:xfrm>
            <a:off x="189781" y="153694"/>
            <a:ext cx="1200221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Enable Adaptive Query Execution (AQE)</a:t>
            </a:r>
          </a:p>
          <a:p>
            <a:pPr>
              <a:spcBef>
                <a:spcPts val="600"/>
              </a:spcBef>
            </a:pPr>
            <a:r>
              <a:rPr lang="en-IN" dirty="0" err="1"/>
              <a:t>spark.conf.set</a:t>
            </a:r>
            <a:r>
              <a:rPr lang="en-IN" dirty="0"/>
              <a:t>("</a:t>
            </a:r>
            <a:r>
              <a:rPr lang="en-IN" dirty="0" err="1"/>
              <a:t>spark.sql.adaptive.enabled</a:t>
            </a:r>
            <a:r>
              <a:rPr lang="en-IN" dirty="0"/>
              <a:t>", "true")</a:t>
            </a:r>
          </a:p>
          <a:p>
            <a:pPr>
              <a:spcBef>
                <a:spcPts val="600"/>
              </a:spcBef>
            </a:pPr>
            <a:r>
              <a:rPr lang="en-IN" dirty="0"/>
              <a:t>AQE:</a:t>
            </a:r>
          </a:p>
          <a:p>
            <a:pPr>
              <a:spcBef>
                <a:spcPts val="600"/>
              </a:spcBef>
            </a:pPr>
            <a:r>
              <a:rPr lang="en-IN" dirty="0"/>
              <a:t>	Optimizes join strategy dynamically</a:t>
            </a:r>
          </a:p>
          <a:p>
            <a:pPr>
              <a:spcBef>
                <a:spcPts val="600"/>
              </a:spcBef>
            </a:pPr>
            <a:r>
              <a:rPr lang="en-IN" dirty="0"/>
              <a:t>	Handles skew automatically</a:t>
            </a:r>
          </a:p>
          <a:p>
            <a:pPr>
              <a:spcBef>
                <a:spcPts val="600"/>
              </a:spcBef>
            </a:pPr>
            <a:r>
              <a:rPr lang="en-IN" dirty="0"/>
              <a:t>	Reduces shuffle partitions</a:t>
            </a:r>
          </a:p>
          <a:p>
            <a:pPr>
              <a:spcBef>
                <a:spcPts val="600"/>
              </a:spcBef>
            </a:pPr>
            <a:r>
              <a:rPr lang="en-IN" b="1" dirty="0"/>
              <a:t>Avoid Common Anti-Patterns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❌ collect() on large dataset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❌ show() on massive </a:t>
            </a:r>
            <a:r>
              <a:rPr lang="en-IN" dirty="0" err="1"/>
              <a:t>DataFrame</a:t>
            </a:r>
            <a:endParaRPr lang="en-IN" dirty="0"/>
          </a:p>
          <a:p>
            <a:pPr lvl="1">
              <a:spcBef>
                <a:spcPts val="600"/>
              </a:spcBef>
            </a:pPr>
            <a:r>
              <a:rPr lang="en-IN" dirty="0"/>
              <a:t>❌ Writing too many small files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❌ Too many </a:t>
            </a:r>
            <a:r>
              <a:rPr lang="en-IN" dirty="0" err="1"/>
              <a:t>withColumn</a:t>
            </a:r>
            <a:r>
              <a:rPr lang="en-IN" dirty="0"/>
              <a:t>() transformations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❌ Not checking execution plan</a:t>
            </a:r>
          </a:p>
          <a:p>
            <a:endParaRPr lang="en-US" b="1" dirty="0"/>
          </a:p>
          <a:p>
            <a:r>
              <a:rPr lang="en-US" b="1" dirty="0"/>
              <a:t>Golden Rule for Freshers</a:t>
            </a:r>
          </a:p>
          <a:p>
            <a:endParaRPr lang="en-US" dirty="0"/>
          </a:p>
          <a:p>
            <a:r>
              <a:rPr lang="en-US" dirty="0"/>
              <a:t>Spark Performance =</a:t>
            </a:r>
            <a:br>
              <a:rPr lang="en-US" dirty="0"/>
            </a:br>
            <a:r>
              <a:rPr lang="en-US" dirty="0"/>
              <a:t>Reduce Data + Reduce Shuffle + Right Join Strategy + Proper Partitioning</a:t>
            </a:r>
          </a:p>
          <a:p>
            <a:pPr algn="l">
              <a:spcBef>
                <a:spcPts val="600"/>
              </a:spcBef>
            </a:pPr>
            <a:endParaRPr lang="en-US" b="1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138711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55EB5A-A54A-77FC-2FEA-358D88F64629}"/>
              </a:ext>
            </a:extLst>
          </p:cNvPr>
          <p:cNvSpPr txBox="1"/>
          <p:nvPr/>
        </p:nvSpPr>
        <p:spPr>
          <a:xfrm>
            <a:off x="189781" y="153694"/>
            <a:ext cx="12002219" cy="6663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Bucketing in Spark?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Bucketing is a technique where Spark: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Divides data into a fixed number of files (buckets) based on a hash of a column.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It is mainly used to optimize joins and aggregations.</a:t>
            </a:r>
          </a:p>
          <a:p>
            <a:pPr>
              <a:spcBef>
                <a:spcPts val="600"/>
              </a:spcBef>
            </a:pPr>
            <a:r>
              <a:rPr lang="en-US" dirty="0"/>
              <a:t>Example</a:t>
            </a:r>
          </a:p>
          <a:p>
            <a:r>
              <a:rPr lang="en-US" dirty="0"/>
              <a:t>A large library has: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1 million books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10 shelves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Each book is placed on a shelf using: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hash(</a:t>
            </a:r>
            <a:r>
              <a:rPr lang="en-US" dirty="0" err="1"/>
              <a:t>book_id</a:t>
            </a:r>
            <a:r>
              <a:rPr lang="en-US" dirty="0"/>
              <a:t>) % 10</a:t>
            </a:r>
          </a:p>
          <a:p>
            <a:pPr lvl="1"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 err="1"/>
              <a:t>df.write</a:t>
            </a:r>
            <a:r>
              <a:rPr lang="en-US" dirty="0"/>
              <a:t> \</a:t>
            </a:r>
          </a:p>
          <a:p>
            <a:pPr>
              <a:spcBef>
                <a:spcPts val="600"/>
              </a:spcBef>
            </a:pPr>
            <a:r>
              <a:rPr lang="en-US" dirty="0"/>
              <a:t>  .format("parquet") \</a:t>
            </a:r>
          </a:p>
          <a:p>
            <a:pPr>
              <a:spcBef>
                <a:spcPts val="600"/>
              </a:spcBef>
            </a:pPr>
            <a:r>
              <a:rPr lang="en-US" dirty="0"/>
              <a:t>  .</a:t>
            </a:r>
            <a:r>
              <a:rPr lang="en-US" dirty="0" err="1"/>
              <a:t>bucketBy</a:t>
            </a:r>
            <a:r>
              <a:rPr lang="en-US" dirty="0"/>
              <a:t>(8, "</a:t>
            </a:r>
            <a:r>
              <a:rPr lang="en-US" dirty="0" err="1"/>
              <a:t>customer_id</a:t>
            </a:r>
            <a:r>
              <a:rPr lang="en-US" dirty="0"/>
              <a:t>") \</a:t>
            </a:r>
          </a:p>
          <a:p>
            <a:pPr>
              <a:spcBef>
                <a:spcPts val="600"/>
              </a:spcBef>
            </a:pPr>
            <a:r>
              <a:rPr lang="en-US" dirty="0"/>
              <a:t>  .</a:t>
            </a:r>
            <a:r>
              <a:rPr lang="en-US" dirty="0" err="1"/>
              <a:t>sortBy</a:t>
            </a:r>
            <a:r>
              <a:rPr lang="en-US" dirty="0"/>
              <a:t>("</a:t>
            </a:r>
            <a:r>
              <a:rPr lang="en-US" dirty="0" err="1"/>
              <a:t>customer_id</a:t>
            </a:r>
            <a:r>
              <a:rPr lang="en-US" dirty="0"/>
              <a:t>") \</a:t>
            </a:r>
          </a:p>
          <a:p>
            <a:pPr>
              <a:spcBef>
                <a:spcPts val="600"/>
              </a:spcBef>
            </a:pPr>
            <a:r>
              <a:rPr lang="en-US" dirty="0"/>
              <a:t>  .mode("overwrite") \</a:t>
            </a:r>
          </a:p>
          <a:p>
            <a:pPr>
              <a:spcBef>
                <a:spcPts val="600"/>
              </a:spcBef>
            </a:pPr>
            <a:r>
              <a:rPr lang="en-US" dirty="0"/>
              <a:t>  .</a:t>
            </a:r>
            <a:r>
              <a:rPr lang="en-US" dirty="0" err="1"/>
              <a:t>saveAsTable</a:t>
            </a:r>
            <a:r>
              <a:rPr lang="en-US" dirty="0"/>
              <a:t>("</a:t>
            </a:r>
            <a:r>
              <a:rPr lang="en-US" dirty="0" err="1"/>
              <a:t>bucketed_customers</a:t>
            </a:r>
            <a:r>
              <a:rPr lang="en-US" dirty="0"/>
              <a:t>")</a:t>
            </a:r>
          </a:p>
          <a:p>
            <a:pPr lvl="1">
              <a:spcBef>
                <a:spcPts val="600"/>
              </a:spcBef>
            </a:pPr>
            <a:endParaRPr lang="en-US" dirty="0"/>
          </a:p>
          <a:p>
            <a:pPr algn="l">
              <a:spcBef>
                <a:spcPts val="600"/>
              </a:spcBef>
            </a:pPr>
            <a:endParaRPr lang="en-US" b="1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023522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9AA41F-E026-95E9-24E6-0254B348AF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56708"/>
              </p:ext>
            </p:extLst>
          </p:nvPr>
        </p:nvGraphicFramePr>
        <p:xfrm>
          <a:off x="263105" y="754755"/>
          <a:ext cx="10131426" cy="283464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834223585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3950684497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274349818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Partitioning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Bucketing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6736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Split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Folder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File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3878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Based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Column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Hash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2883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Depends on distinct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Fixed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11487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Shuffle Avoidance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 (if both tables bucketed same way)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7104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Works With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save() or saveAsTable()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Only saveAsTable()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9769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Good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Filtering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Joining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67266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1A382D2-D538-ADEB-DAAA-F125961BC7B9}"/>
              </a:ext>
            </a:extLst>
          </p:cNvPr>
          <p:cNvSpPr txBox="1"/>
          <p:nvPr/>
        </p:nvSpPr>
        <p:spPr>
          <a:xfrm>
            <a:off x="263105" y="302727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Differences</a:t>
            </a:r>
          </a:p>
        </p:txBody>
      </p:sp>
    </p:spTree>
    <p:extLst>
      <p:ext uri="{BB962C8B-B14F-4D97-AF65-F5344CB8AC3E}">
        <p14:creationId xmlns:p14="http://schemas.microsoft.com/office/powerpoint/2010/main" val="6155872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{9717FA6F-2E59-4A3C-AAB0-570396ABB490}TFb5ae2469-0bae-4978-b0e0-39dd046150ff9a115ede-a9c3cc5252b0</Template>
  <TotalTime>228</TotalTime>
  <Words>2419</Words>
  <Application>Microsoft Office PowerPoint</Application>
  <PresentationFormat>Widescreen</PresentationFormat>
  <Paragraphs>408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Aptos</vt:lpstr>
      <vt:lpstr>Arial</vt:lpstr>
      <vt:lpstr>Calibri</vt:lpstr>
      <vt:lpstr>Calibri Light</vt:lpstr>
      <vt:lpstr>Inter</vt:lpstr>
      <vt:lpstr>KaTeX_Main</vt:lpstr>
      <vt:lpstr>KaTeX_Math</vt:lpstr>
      <vt:lpstr>monaSans</vt:lpstr>
      <vt:lpstr>Celestial</vt:lpstr>
      <vt:lpstr>Spark Join strategies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ponnamreddybabjee@outlook.com</dc:creator>
  <cp:lastModifiedBy>ponnamreddybabjee@outlook.com</cp:lastModifiedBy>
  <cp:revision>1</cp:revision>
  <dcterms:created xsi:type="dcterms:W3CDTF">2026-02-23T17:10:19Z</dcterms:created>
  <dcterms:modified xsi:type="dcterms:W3CDTF">2026-02-24T10:13:20Z</dcterms:modified>
</cp:coreProperties>
</file>